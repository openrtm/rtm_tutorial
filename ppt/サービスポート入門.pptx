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30"/>
  </p:notesMasterIdLst>
  <p:sldIdLst>
    <p:sldId id="307" r:id="rId5"/>
    <p:sldId id="329" r:id="rId6"/>
    <p:sldId id="340" r:id="rId7"/>
    <p:sldId id="362" r:id="rId8"/>
    <p:sldId id="339" r:id="rId9"/>
    <p:sldId id="341" r:id="rId10"/>
    <p:sldId id="342" r:id="rId11"/>
    <p:sldId id="343" r:id="rId12"/>
    <p:sldId id="344" r:id="rId13"/>
    <p:sldId id="347" r:id="rId14"/>
    <p:sldId id="345" r:id="rId15"/>
    <p:sldId id="346" r:id="rId16"/>
    <p:sldId id="348" r:id="rId17"/>
    <p:sldId id="361" r:id="rId18"/>
    <p:sldId id="349" r:id="rId19"/>
    <p:sldId id="350" r:id="rId20"/>
    <p:sldId id="351" r:id="rId21"/>
    <p:sldId id="352" r:id="rId22"/>
    <p:sldId id="353" r:id="rId23"/>
    <p:sldId id="354" r:id="rId24"/>
    <p:sldId id="355" r:id="rId25"/>
    <p:sldId id="356" r:id="rId26"/>
    <p:sldId id="358" r:id="rId27"/>
    <p:sldId id="360" r:id="rId28"/>
    <p:sldId id="359"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E33924-587E-ACE8-AEDB-D84F6454244F}" name="荻原直祐" initials="" userId="S::ogiwara.naosuke@aist.go.jp::5d2b4fc3-1ea3-4bfe-a512-538f0f93974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B4D00"/>
    <a:srgbClr val="26B7BC"/>
    <a:srgbClr val="D3D3D3"/>
    <a:srgbClr val="00A95C"/>
    <a:srgbClr val="0092D7"/>
    <a:srgbClr val="18AD5E"/>
    <a:srgbClr val="0097CA"/>
    <a:srgbClr val="006FBC"/>
    <a:srgbClr val="AE308C"/>
    <a:srgbClr val="008E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8AAEDF-A9A2-6A4B-8F2B-5FC3CD67D641}" v="12" dt="2025-07-14T08:53:04.10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911" autoAdjust="0"/>
    <p:restoredTop sz="82585" autoAdjust="0"/>
  </p:normalViewPr>
  <p:slideViewPr>
    <p:cSldViewPr snapToGrid="0">
      <p:cViewPr>
        <p:scale>
          <a:sx n="75" d="100"/>
          <a:sy n="75" d="100"/>
        </p:scale>
        <p:origin x="5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37"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安藤慶昭" userId="661fb209-6e14-4e30-8fd9-c620f868e6cd" providerId="ADAL" clId="{E08AAEDF-A9A2-6A4B-8F2B-5FC3CD67D641}"/>
    <pc:docChg chg="undo custSel addSld delSld modSld">
      <pc:chgData name="安藤慶昭" userId="661fb209-6e14-4e30-8fd9-c620f868e6cd" providerId="ADAL" clId="{E08AAEDF-A9A2-6A4B-8F2B-5FC3CD67D641}" dt="2025-07-14T08:57:51.608" v="542" actId="1035"/>
      <pc:docMkLst>
        <pc:docMk/>
      </pc:docMkLst>
      <pc:sldChg chg="addSp modSp mod">
        <pc:chgData name="安藤慶昭" userId="661fb209-6e14-4e30-8fd9-c620f868e6cd" providerId="ADAL" clId="{E08AAEDF-A9A2-6A4B-8F2B-5FC3CD67D641}" dt="2025-07-14T07:54:52.630" v="14" actId="403"/>
        <pc:sldMkLst>
          <pc:docMk/>
          <pc:sldMk cId="2405053606" sldId="307"/>
        </pc:sldMkLst>
        <pc:spChg chg="mod">
          <ac:chgData name="安藤慶昭" userId="661fb209-6e14-4e30-8fd9-c620f868e6cd" providerId="ADAL" clId="{E08AAEDF-A9A2-6A4B-8F2B-5FC3CD67D641}" dt="2025-07-14T07:53:56.370" v="6" actId="403"/>
          <ac:spMkLst>
            <pc:docMk/>
            <pc:sldMk cId="2405053606" sldId="307"/>
            <ac:spMk id="2" creationId="{1262F883-C13A-D910-8329-3FAB539459C3}"/>
          </ac:spMkLst>
        </pc:spChg>
        <pc:spChg chg="mod">
          <ac:chgData name="安藤慶昭" userId="661fb209-6e14-4e30-8fd9-c620f868e6cd" providerId="ADAL" clId="{E08AAEDF-A9A2-6A4B-8F2B-5FC3CD67D641}" dt="2025-07-14T07:54:52.630" v="14" actId="403"/>
          <ac:spMkLst>
            <pc:docMk/>
            <pc:sldMk cId="2405053606" sldId="307"/>
            <ac:spMk id="3" creationId="{424C6BD9-08E4-E831-3F19-B7AD18262F38}"/>
          </ac:spMkLst>
        </pc:spChg>
        <pc:spChg chg="add mod">
          <ac:chgData name="安藤慶昭" userId="661fb209-6e14-4e30-8fd9-c620f868e6cd" providerId="ADAL" clId="{E08AAEDF-A9A2-6A4B-8F2B-5FC3CD67D641}" dt="2025-07-14T07:54:43.209" v="9" actId="1076"/>
          <ac:spMkLst>
            <pc:docMk/>
            <pc:sldMk cId="2405053606" sldId="307"/>
            <ac:spMk id="4" creationId="{30AF4772-325F-7E10-8843-82D1C1B4282F}"/>
          </ac:spMkLst>
        </pc:spChg>
      </pc:sldChg>
      <pc:sldChg chg="modSp mod">
        <pc:chgData name="安藤慶昭" userId="661fb209-6e14-4e30-8fd9-c620f868e6cd" providerId="ADAL" clId="{E08AAEDF-A9A2-6A4B-8F2B-5FC3CD67D641}" dt="2025-07-14T08:57:51.608" v="542" actId="1035"/>
        <pc:sldMkLst>
          <pc:docMk/>
          <pc:sldMk cId="4267496212" sldId="321"/>
        </pc:sldMkLst>
        <pc:spChg chg="mod">
          <ac:chgData name="安藤慶昭" userId="661fb209-6e14-4e30-8fd9-c620f868e6cd" providerId="ADAL" clId="{E08AAEDF-A9A2-6A4B-8F2B-5FC3CD67D641}" dt="2025-07-14T08:57:51.608" v="542" actId="1035"/>
          <ac:spMkLst>
            <pc:docMk/>
            <pc:sldMk cId="4267496212" sldId="321"/>
            <ac:spMk id="463" creationId="{1F6BD5F9-73D0-AC2F-1A05-EF4643A42358}"/>
          </ac:spMkLst>
        </pc:spChg>
      </pc:sldChg>
      <pc:sldChg chg="modSp">
        <pc:chgData name="安藤慶昭" userId="661fb209-6e14-4e30-8fd9-c620f868e6cd" providerId="ADAL" clId="{E08AAEDF-A9A2-6A4B-8F2B-5FC3CD67D641}" dt="2025-07-14T08:38:52.805" v="18" actId="20577"/>
        <pc:sldMkLst>
          <pc:docMk/>
          <pc:sldMk cId="901838131" sldId="322"/>
        </pc:sldMkLst>
        <pc:spChg chg="mod">
          <ac:chgData name="安藤慶昭" userId="661fb209-6e14-4e30-8fd9-c620f868e6cd" providerId="ADAL" clId="{E08AAEDF-A9A2-6A4B-8F2B-5FC3CD67D641}" dt="2025-07-14T08:38:52.805" v="18" actId="20577"/>
          <ac:spMkLst>
            <pc:docMk/>
            <pc:sldMk cId="901838131" sldId="322"/>
            <ac:spMk id="671" creationId="{8CCC739F-F98C-B992-93EE-574CA16DB208}"/>
          </ac:spMkLst>
        </pc:spChg>
      </pc:sldChg>
      <pc:sldChg chg="modSp mod">
        <pc:chgData name="安藤慶昭" userId="661fb209-6e14-4e30-8fd9-c620f868e6cd" providerId="ADAL" clId="{E08AAEDF-A9A2-6A4B-8F2B-5FC3CD67D641}" dt="2025-07-14T08:54:42.951" v="459" actId="14100"/>
        <pc:sldMkLst>
          <pc:docMk/>
          <pc:sldMk cId="995887766" sldId="323"/>
        </pc:sldMkLst>
        <pc:spChg chg="mod">
          <ac:chgData name="安藤慶昭" userId="661fb209-6e14-4e30-8fd9-c620f868e6cd" providerId="ADAL" clId="{E08AAEDF-A9A2-6A4B-8F2B-5FC3CD67D641}" dt="2025-07-14T08:39:17.784" v="20" actId="122"/>
          <ac:spMkLst>
            <pc:docMk/>
            <pc:sldMk cId="995887766" sldId="323"/>
            <ac:spMk id="6" creationId="{C5294BA7-79B7-229F-D2AC-9A478D101DA1}"/>
          </ac:spMkLst>
        </pc:spChg>
        <pc:spChg chg="mod">
          <ac:chgData name="安藤慶昭" userId="661fb209-6e14-4e30-8fd9-c620f868e6cd" providerId="ADAL" clId="{E08AAEDF-A9A2-6A4B-8F2B-5FC3CD67D641}" dt="2025-07-14T08:39:17.784" v="20" actId="122"/>
          <ac:spMkLst>
            <pc:docMk/>
            <pc:sldMk cId="995887766" sldId="323"/>
            <ac:spMk id="15" creationId="{50F5D530-5254-0E4F-6C30-63E675409D27}"/>
          </ac:spMkLst>
        </pc:spChg>
        <pc:spChg chg="mod">
          <ac:chgData name="安藤慶昭" userId="661fb209-6e14-4e30-8fd9-c620f868e6cd" providerId="ADAL" clId="{E08AAEDF-A9A2-6A4B-8F2B-5FC3CD67D641}" dt="2025-07-14T08:39:17.784" v="20" actId="122"/>
          <ac:spMkLst>
            <pc:docMk/>
            <pc:sldMk cId="995887766" sldId="323"/>
            <ac:spMk id="19" creationId="{A64BDC4D-30BD-4730-D3D0-8E6C1201DD27}"/>
          </ac:spMkLst>
        </pc:spChg>
        <pc:spChg chg="mod">
          <ac:chgData name="安藤慶昭" userId="661fb209-6e14-4e30-8fd9-c620f868e6cd" providerId="ADAL" clId="{E08AAEDF-A9A2-6A4B-8F2B-5FC3CD67D641}" dt="2025-07-14T08:39:17.784" v="20" actId="122"/>
          <ac:spMkLst>
            <pc:docMk/>
            <pc:sldMk cId="995887766" sldId="323"/>
            <ac:spMk id="20" creationId="{E84110C9-7439-FADE-6551-AFCA6C0D05D1}"/>
          </ac:spMkLst>
        </pc:spChg>
        <pc:spChg chg="mod">
          <ac:chgData name="安藤慶昭" userId="661fb209-6e14-4e30-8fd9-c620f868e6cd" providerId="ADAL" clId="{E08AAEDF-A9A2-6A4B-8F2B-5FC3CD67D641}" dt="2025-07-14T08:39:17.784" v="20" actId="122"/>
          <ac:spMkLst>
            <pc:docMk/>
            <pc:sldMk cId="995887766" sldId="323"/>
            <ac:spMk id="26" creationId="{9029F89B-F6AC-FECA-C221-AEB854F1849C}"/>
          </ac:spMkLst>
        </pc:spChg>
        <pc:spChg chg="mod">
          <ac:chgData name="安藤慶昭" userId="661fb209-6e14-4e30-8fd9-c620f868e6cd" providerId="ADAL" clId="{E08AAEDF-A9A2-6A4B-8F2B-5FC3CD67D641}" dt="2025-07-14T08:39:17.784" v="20" actId="122"/>
          <ac:spMkLst>
            <pc:docMk/>
            <pc:sldMk cId="995887766" sldId="323"/>
            <ac:spMk id="33" creationId="{A373075A-A082-6A4F-B702-179479C2340E}"/>
          </ac:spMkLst>
        </pc:spChg>
        <pc:spChg chg="mod">
          <ac:chgData name="安藤慶昭" userId="661fb209-6e14-4e30-8fd9-c620f868e6cd" providerId="ADAL" clId="{E08AAEDF-A9A2-6A4B-8F2B-5FC3CD67D641}" dt="2025-07-14T08:39:17.784" v="20" actId="122"/>
          <ac:spMkLst>
            <pc:docMk/>
            <pc:sldMk cId="995887766" sldId="323"/>
            <ac:spMk id="39" creationId="{EDF4B44D-40F1-2590-6A4F-BA3B7FC0066D}"/>
          </ac:spMkLst>
        </pc:spChg>
        <pc:spChg chg="mod">
          <ac:chgData name="安藤慶昭" userId="661fb209-6e14-4e30-8fd9-c620f868e6cd" providerId="ADAL" clId="{E08AAEDF-A9A2-6A4B-8F2B-5FC3CD67D641}" dt="2025-07-14T08:39:17.784" v="20" actId="122"/>
          <ac:spMkLst>
            <pc:docMk/>
            <pc:sldMk cId="995887766" sldId="323"/>
            <ac:spMk id="42" creationId="{6855624C-2655-3CA6-2E40-10BDE9E43C33}"/>
          </ac:spMkLst>
        </pc:spChg>
        <pc:spChg chg="mod">
          <ac:chgData name="安藤慶昭" userId="661fb209-6e14-4e30-8fd9-c620f868e6cd" providerId="ADAL" clId="{E08AAEDF-A9A2-6A4B-8F2B-5FC3CD67D641}" dt="2025-07-14T08:39:17.784" v="20" actId="122"/>
          <ac:spMkLst>
            <pc:docMk/>
            <pc:sldMk cId="995887766" sldId="323"/>
            <ac:spMk id="45" creationId="{8974F32A-C149-1601-6EA3-0BEED812B2BA}"/>
          </ac:spMkLst>
        </pc:spChg>
        <pc:spChg chg="mod">
          <ac:chgData name="安藤慶昭" userId="661fb209-6e14-4e30-8fd9-c620f868e6cd" providerId="ADAL" clId="{E08AAEDF-A9A2-6A4B-8F2B-5FC3CD67D641}" dt="2025-07-14T08:39:17.784" v="20" actId="122"/>
          <ac:spMkLst>
            <pc:docMk/>
            <pc:sldMk cId="995887766" sldId="323"/>
            <ac:spMk id="47" creationId="{50C6C0CC-00AE-70CF-47F4-B731E50B5809}"/>
          </ac:spMkLst>
        </pc:spChg>
        <pc:spChg chg="mod">
          <ac:chgData name="安藤慶昭" userId="661fb209-6e14-4e30-8fd9-c620f868e6cd" providerId="ADAL" clId="{E08AAEDF-A9A2-6A4B-8F2B-5FC3CD67D641}" dt="2025-07-14T08:39:15.121" v="19" actId="404"/>
          <ac:spMkLst>
            <pc:docMk/>
            <pc:sldMk cId="995887766" sldId="323"/>
            <ac:spMk id="633" creationId="{82CFE347-20B1-AB33-6186-993401699C56}"/>
          </ac:spMkLst>
        </pc:spChg>
        <pc:spChg chg="mod">
          <ac:chgData name="安藤慶昭" userId="661fb209-6e14-4e30-8fd9-c620f868e6cd" providerId="ADAL" clId="{E08AAEDF-A9A2-6A4B-8F2B-5FC3CD67D641}" dt="2025-07-14T08:54:39.932" v="458" actId="403"/>
          <ac:spMkLst>
            <pc:docMk/>
            <pc:sldMk cId="995887766" sldId="323"/>
            <ac:spMk id="676" creationId="{8470A22D-4AF4-818F-8C5E-528E196E2892}"/>
          </ac:spMkLst>
        </pc:spChg>
        <pc:spChg chg="mod">
          <ac:chgData name="安藤慶昭" userId="661fb209-6e14-4e30-8fd9-c620f868e6cd" providerId="ADAL" clId="{E08AAEDF-A9A2-6A4B-8F2B-5FC3CD67D641}" dt="2025-07-14T08:54:39.932" v="458" actId="403"/>
          <ac:spMkLst>
            <pc:docMk/>
            <pc:sldMk cId="995887766" sldId="323"/>
            <ac:spMk id="677" creationId="{85D81073-3ADB-B2EA-8525-A7406A625BC1}"/>
          </ac:spMkLst>
        </pc:spChg>
        <pc:grpChg chg="mod">
          <ac:chgData name="安藤慶昭" userId="661fb209-6e14-4e30-8fd9-c620f868e6cd" providerId="ADAL" clId="{E08AAEDF-A9A2-6A4B-8F2B-5FC3CD67D641}" dt="2025-07-14T08:54:42.951" v="459" actId="14100"/>
          <ac:grpSpMkLst>
            <pc:docMk/>
            <pc:sldMk cId="995887766" sldId="323"/>
            <ac:grpSpMk id="675" creationId="{F3EDE853-EF4E-FCA8-1F87-740871A147E3}"/>
          </ac:grpSpMkLst>
        </pc:grpChg>
      </pc:sldChg>
      <pc:sldChg chg="modSp">
        <pc:chgData name="安藤慶昭" userId="661fb209-6e14-4e30-8fd9-c620f868e6cd" providerId="ADAL" clId="{E08AAEDF-A9A2-6A4B-8F2B-5FC3CD67D641}" dt="2025-07-14T08:39:33.375" v="22" actId="20577"/>
        <pc:sldMkLst>
          <pc:docMk/>
          <pc:sldMk cId="4029969877" sldId="324"/>
        </pc:sldMkLst>
        <pc:spChg chg="mod">
          <ac:chgData name="安藤慶昭" userId="661fb209-6e14-4e30-8fd9-c620f868e6cd" providerId="ADAL" clId="{E08AAEDF-A9A2-6A4B-8F2B-5FC3CD67D641}" dt="2025-07-14T08:39:33.375" v="22" actId="20577"/>
          <ac:spMkLst>
            <pc:docMk/>
            <pc:sldMk cId="4029969877" sldId="324"/>
            <ac:spMk id="66" creationId="{3E31BF8A-FFCE-4BB3-05D5-39C0BBDD5933}"/>
          </ac:spMkLst>
        </pc:spChg>
      </pc:sldChg>
      <pc:sldChg chg="modSp mod">
        <pc:chgData name="安藤慶昭" userId="661fb209-6e14-4e30-8fd9-c620f868e6cd" providerId="ADAL" clId="{E08AAEDF-A9A2-6A4B-8F2B-5FC3CD67D641}" dt="2025-07-14T08:57:33.306" v="529" actId="948"/>
        <pc:sldMkLst>
          <pc:docMk/>
          <pc:sldMk cId="2612710291" sldId="325"/>
        </pc:sldMkLst>
        <pc:spChg chg="mod">
          <ac:chgData name="安藤慶昭" userId="661fb209-6e14-4e30-8fd9-c620f868e6cd" providerId="ADAL" clId="{E08AAEDF-A9A2-6A4B-8F2B-5FC3CD67D641}" dt="2025-07-14T08:57:12.034" v="526" actId="1036"/>
          <ac:spMkLst>
            <pc:docMk/>
            <pc:sldMk cId="2612710291" sldId="325"/>
            <ac:spMk id="8" creationId="{42EF8C5A-325D-EEC2-3D6E-FCCF91724A43}"/>
          </ac:spMkLst>
        </pc:spChg>
        <pc:spChg chg="mod">
          <ac:chgData name="安藤慶昭" userId="661fb209-6e14-4e30-8fd9-c620f868e6cd" providerId="ADAL" clId="{E08AAEDF-A9A2-6A4B-8F2B-5FC3CD67D641}" dt="2025-07-14T08:57:12.034" v="526" actId="1036"/>
          <ac:spMkLst>
            <pc:docMk/>
            <pc:sldMk cId="2612710291" sldId="325"/>
            <ac:spMk id="16" creationId="{0EEE0561-21CE-E686-6D39-88C46C6035FE}"/>
          </ac:spMkLst>
        </pc:spChg>
        <pc:spChg chg="mod">
          <ac:chgData name="安藤慶昭" userId="661fb209-6e14-4e30-8fd9-c620f868e6cd" providerId="ADAL" clId="{E08AAEDF-A9A2-6A4B-8F2B-5FC3CD67D641}" dt="2025-07-14T08:57:12.034" v="526" actId="1036"/>
          <ac:spMkLst>
            <pc:docMk/>
            <pc:sldMk cId="2612710291" sldId="325"/>
            <ac:spMk id="58" creationId="{55A61FAC-C345-5CD7-F8ED-C24DC3C42FE4}"/>
          </ac:spMkLst>
        </pc:spChg>
        <pc:spChg chg="mod">
          <ac:chgData name="安藤慶昭" userId="661fb209-6e14-4e30-8fd9-c620f868e6cd" providerId="ADAL" clId="{E08AAEDF-A9A2-6A4B-8F2B-5FC3CD67D641}" dt="2025-07-14T08:57:12.034" v="526" actId="1036"/>
          <ac:spMkLst>
            <pc:docMk/>
            <pc:sldMk cId="2612710291" sldId="325"/>
            <ac:spMk id="59" creationId="{79DEB456-979B-1F8C-1B00-4DBF1D4AA9A7}"/>
          </ac:spMkLst>
        </pc:spChg>
        <pc:spChg chg="mod">
          <ac:chgData name="安藤慶昭" userId="661fb209-6e14-4e30-8fd9-c620f868e6cd" providerId="ADAL" clId="{E08AAEDF-A9A2-6A4B-8F2B-5FC3CD67D641}" dt="2025-07-14T08:57:12.034" v="526" actId="1036"/>
          <ac:spMkLst>
            <pc:docMk/>
            <pc:sldMk cId="2612710291" sldId="325"/>
            <ac:spMk id="70" creationId="{F3E0D685-F29B-ED20-D59D-210763DC598A}"/>
          </ac:spMkLst>
        </pc:spChg>
        <pc:spChg chg="mod">
          <ac:chgData name="安藤慶昭" userId="661fb209-6e14-4e30-8fd9-c620f868e6cd" providerId="ADAL" clId="{E08AAEDF-A9A2-6A4B-8F2B-5FC3CD67D641}" dt="2025-07-14T08:57:12.034" v="526" actId="1036"/>
          <ac:spMkLst>
            <pc:docMk/>
            <pc:sldMk cId="2612710291" sldId="325"/>
            <ac:spMk id="95" creationId="{2ACB97D5-8AC0-5042-8A7C-FA7C5398F9CA}"/>
          </ac:spMkLst>
        </pc:spChg>
        <pc:spChg chg="mod">
          <ac:chgData name="安藤慶昭" userId="661fb209-6e14-4e30-8fd9-c620f868e6cd" providerId="ADAL" clId="{E08AAEDF-A9A2-6A4B-8F2B-5FC3CD67D641}" dt="2025-07-14T08:57:12.034" v="526" actId="1036"/>
          <ac:spMkLst>
            <pc:docMk/>
            <pc:sldMk cId="2612710291" sldId="325"/>
            <ac:spMk id="105" creationId="{B04AD4E4-8D48-FF7A-6433-5877EDAE9448}"/>
          </ac:spMkLst>
        </pc:spChg>
        <pc:spChg chg="mod">
          <ac:chgData name="安藤慶昭" userId="661fb209-6e14-4e30-8fd9-c620f868e6cd" providerId="ADAL" clId="{E08AAEDF-A9A2-6A4B-8F2B-5FC3CD67D641}" dt="2025-07-14T08:57:12.034" v="526" actId="1036"/>
          <ac:spMkLst>
            <pc:docMk/>
            <pc:sldMk cId="2612710291" sldId="325"/>
            <ac:spMk id="110" creationId="{94D93507-286D-920D-D574-AFCD3C805BD0}"/>
          </ac:spMkLst>
        </pc:spChg>
        <pc:spChg chg="mod">
          <ac:chgData name="安藤慶昭" userId="661fb209-6e14-4e30-8fd9-c620f868e6cd" providerId="ADAL" clId="{E08AAEDF-A9A2-6A4B-8F2B-5FC3CD67D641}" dt="2025-07-14T08:57:12.034" v="526" actId="1036"/>
          <ac:spMkLst>
            <pc:docMk/>
            <pc:sldMk cId="2612710291" sldId="325"/>
            <ac:spMk id="117" creationId="{148F9B3E-093C-B5F8-AA1B-FDAA9DE58FA9}"/>
          </ac:spMkLst>
        </pc:spChg>
        <pc:spChg chg="mod">
          <ac:chgData name="安藤慶昭" userId="661fb209-6e14-4e30-8fd9-c620f868e6cd" providerId="ADAL" clId="{E08AAEDF-A9A2-6A4B-8F2B-5FC3CD67D641}" dt="2025-07-14T08:57:12.034" v="526" actId="1036"/>
          <ac:spMkLst>
            <pc:docMk/>
            <pc:sldMk cId="2612710291" sldId="325"/>
            <ac:spMk id="125" creationId="{6285C8C6-D1FD-731E-DF30-695382831242}"/>
          </ac:spMkLst>
        </pc:spChg>
        <pc:spChg chg="mod">
          <ac:chgData name="安藤慶昭" userId="661fb209-6e14-4e30-8fd9-c620f868e6cd" providerId="ADAL" clId="{E08AAEDF-A9A2-6A4B-8F2B-5FC3CD67D641}" dt="2025-07-14T08:57:20.764" v="528" actId="14100"/>
          <ac:spMkLst>
            <pc:docMk/>
            <pc:sldMk cId="2612710291" sldId="325"/>
            <ac:spMk id="139" creationId="{B04A35AA-4021-A188-ADF9-C23048C4CA59}"/>
          </ac:spMkLst>
        </pc:spChg>
        <pc:spChg chg="mod">
          <ac:chgData name="安藤慶昭" userId="661fb209-6e14-4e30-8fd9-c620f868e6cd" providerId="ADAL" clId="{E08AAEDF-A9A2-6A4B-8F2B-5FC3CD67D641}" dt="2025-07-14T08:57:33.306" v="529" actId="948"/>
          <ac:spMkLst>
            <pc:docMk/>
            <pc:sldMk cId="2612710291" sldId="325"/>
            <ac:spMk id="149" creationId="{279630F9-ECD8-782B-5CBB-578E476AD37E}"/>
          </ac:spMkLst>
        </pc:spChg>
      </pc:sldChg>
      <pc:sldChg chg="delSp modSp mod">
        <pc:chgData name="安藤慶昭" userId="661fb209-6e14-4e30-8fd9-c620f868e6cd" providerId="ADAL" clId="{E08AAEDF-A9A2-6A4B-8F2B-5FC3CD67D641}" dt="2025-07-14T08:56:27.628" v="507" actId="403"/>
        <pc:sldMkLst>
          <pc:docMk/>
          <pc:sldMk cId="1439924901" sldId="326"/>
        </pc:sldMkLst>
        <pc:spChg chg="mod">
          <ac:chgData name="安藤慶昭" userId="661fb209-6e14-4e30-8fd9-c620f868e6cd" providerId="ADAL" clId="{E08AAEDF-A9A2-6A4B-8F2B-5FC3CD67D641}" dt="2025-07-14T08:45:54.756" v="66" actId="2711"/>
          <ac:spMkLst>
            <pc:docMk/>
            <pc:sldMk cId="1439924901" sldId="326"/>
            <ac:spMk id="63" creationId="{49A7F1F3-0519-03DB-EA41-4671966D0193}"/>
          </ac:spMkLst>
        </pc:spChg>
        <pc:spChg chg="mod">
          <ac:chgData name="安藤慶昭" userId="661fb209-6e14-4e30-8fd9-c620f868e6cd" providerId="ADAL" clId="{E08AAEDF-A9A2-6A4B-8F2B-5FC3CD67D641}" dt="2025-07-14T08:46:03.147" v="67" actId="2711"/>
          <ac:spMkLst>
            <pc:docMk/>
            <pc:sldMk cId="1439924901" sldId="326"/>
            <ac:spMk id="69" creationId="{AB1F4308-47C7-B10D-25F8-0F2CAE84D023}"/>
          </ac:spMkLst>
        </pc:spChg>
        <pc:spChg chg="mod">
          <ac:chgData name="安藤慶昭" userId="661fb209-6e14-4e30-8fd9-c620f868e6cd" providerId="ADAL" clId="{E08AAEDF-A9A2-6A4B-8F2B-5FC3CD67D641}" dt="2025-07-14T08:46:03.147" v="67" actId="2711"/>
          <ac:spMkLst>
            <pc:docMk/>
            <pc:sldMk cId="1439924901" sldId="326"/>
            <ac:spMk id="70" creationId="{666EA95A-0EB3-1238-3CFF-20149ECFA1F8}"/>
          </ac:spMkLst>
        </pc:spChg>
        <pc:spChg chg="mod">
          <ac:chgData name="安藤慶昭" userId="661fb209-6e14-4e30-8fd9-c620f868e6cd" providerId="ADAL" clId="{E08AAEDF-A9A2-6A4B-8F2B-5FC3CD67D641}" dt="2025-07-14T08:46:03.147" v="67" actId="2711"/>
          <ac:spMkLst>
            <pc:docMk/>
            <pc:sldMk cId="1439924901" sldId="326"/>
            <ac:spMk id="71" creationId="{F38A2452-E27B-C7B4-E02C-1C2E42B9D2EC}"/>
          </ac:spMkLst>
        </pc:spChg>
        <pc:spChg chg="mod">
          <ac:chgData name="安藤慶昭" userId="661fb209-6e14-4e30-8fd9-c620f868e6cd" providerId="ADAL" clId="{E08AAEDF-A9A2-6A4B-8F2B-5FC3CD67D641}" dt="2025-07-14T08:46:16.440" v="70" actId="14100"/>
          <ac:spMkLst>
            <pc:docMk/>
            <pc:sldMk cId="1439924901" sldId="326"/>
            <ac:spMk id="102" creationId="{8E35B780-9E8A-151B-CB46-60BBB6E615A4}"/>
          </ac:spMkLst>
        </pc:spChg>
        <pc:spChg chg="mod">
          <ac:chgData name="安藤慶昭" userId="661fb209-6e14-4e30-8fd9-c620f868e6cd" providerId="ADAL" clId="{E08AAEDF-A9A2-6A4B-8F2B-5FC3CD67D641}" dt="2025-07-14T08:46:08.294" v="68" actId="2711"/>
          <ac:spMkLst>
            <pc:docMk/>
            <pc:sldMk cId="1439924901" sldId="326"/>
            <ac:spMk id="118" creationId="{0C50FC10-3E57-2147-00FF-181A39100ED0}"/>
          </ac:spMkLst>
        </pc:spChg>
        <pc:spChg chg="mod">
          <ac:chgData name="安藤慶昭" userId="661fb209-6e14-4e30-8fd9-c620f868e6cd" providerId="ADAL" clId="{E08AAEDF-A9A2-6A4B-8F2B-5FC3CD67D641}" dt="2025-07-14T08:46:11.992" v="69" actId="403"/>
          <ac:spMkLst>
            <pc:docMk/>
            <pc:sldMk cId="1439924901" sldId="326"/>
            <ac:spMk id="119" creationId="{EE3FF787-DCD3-D074-2C09-68232B37FA8E}"/>
          </ac:spMkLst>
        </pc:spChg>
        <pc:spChg chg="mod topLvl">
          <ac:chgData name="安藤慶昭" userId="661fb209-6e14-4e30-8fd9-c620f868e6cd" providerId="ADAL" clId="{E08AAEDF-A9A2-6A4B-8F2B-5FC3CD67D641}" dt="2025-07-14T08:56:27.628" v="507" actId="403"/>
          <ac:spMkLst>
            <pc:docMk/>
            <pc:sldMk cId="1439924901" sldId="326"/>
            <ac:spMk id="123" creationId="{5310EBE1-05FE-87B4-8D1A-41F6C62481DD}"/>
          </ac:spMkLst>
        </pc:spChg>
        <pc:spChg chg="del topLvl">
          <ac:chgData name="安藤慶昭" userId="661fb209-6e14-4e30-8fd9-c620f868e6cd" providerId="ADAL" clId="{E08AAEDF-A9A2-6A4B-8F2B-5FC3CD67D641}" dt="2025-07-14T08:40:22.340" v="28" actId="478"/>
          <ac:spMkLst>
            <pc:docMk/>
            <pc:sldMk cId="1439924901" sldId="326"/>
            <ac:spMk id="124" creationId="{125B0686-837B-F2CB-7516-D962EF259D9B}"/>
          </ac:spMkLst>
        </pc:spChg>
        <pc:grpChg chg="mod">
          <ac:chgData name="安藤慶昭" userId="661fb209-6e14-4e30-8fd9-c620f868e6cd" providerId="ADAL" clId="{E08AAEDF-A9A2-6A4B-8F2B-5FC3CD67D641}" dt="2025-07-14T08:41:49.610" v="54" actId="1076"/>
          <ac:grpSpMkLst>
            <pc:docMk/>
            <pc:sldMk cId="1439924901" sldId="326"/>
            <ac:grpSpMk id="117" creationId="{E0589627-D186-CBDB-7378-EC628EB59BB2}"/>
          </ac:grpSpMkLst>
        </pc:grpChg>
        <pc:grpChg chg="del mod">
          <ac:chgData name="安藤慶昭" userId="661fb209-6e14-4e30-8fd9-c620f868e6cd" providerId="ADAL" clId="{E08AAEDF-A9A2-6A4B-8F2B-5FC3CD67D641}" dt="2025-07-14T08:40:22.340" v="28" actId="478"/>
          <ac:grpSpMkLst>
            <pc:docMk/>
            <pc:sldMk cId="1439924901" sldId="326"/>
            <ac:grpSpMk id="122" creationId="{89DC8A2A-18F3-9725-B5F4-B3279754E313}"/>
          </ac:grpSpMkLst>
        </pc:grpChg>
        <pc:cxnChg chg="mod">
          <ac:chgData name="安藤慶昭" userId="661fb209-6e14-4e30-8fd9-c620f868e6cd" providerId="ADAL" clId="{E08AAEDF-A9A2-6A4B-8F2B-5FC3CD67D641}" dt="2025-07-14T08:41:52.737" v="55" actId="1076"/>
          <ac:cxnSpMkLst>
            <pc:docMk/>
            <pc:sldMk cId="1439924901" sldId="326"/>
            <ac:cxnSpMk id="120" creationId="{B8FAB766-7EE5-753D-3EE9-0686166EF0FB}"/>
          </ac:cxnSpMkLst>
        </pc:cxnChg>
      </pc:sldChg>
      <pc:sldChg chg="modSp add del mod">
        <pc:chgData name="安藤慶昭" userId="661fb209-6e14-4e30-8fd9-c620f868e6cd" providerId="ADAL" clId="{E08AAEDF-A9A2-6A4B-8F2B-5FC3CD67D641}" dt="2025-07-14T08:50:34.204" v="368" actId="404"/>
        <pc:sldMkLst>
          <pc:docMk/>
          <pc:sldMk cId="2643621079" sldId="327"/>
        </pc:sldMkLst>
        <pc:spChg chg="mod">
          <ac:chgData name="安藤慶昭" userId="661fb209-6e14-4e30-8fd9-c620f868e6cd" providerId="ADAL" clId="{E08AAEDF-A9A2-6A4B-8F2B-5FC3CD67D641}" dt="2025-07-14T08:50:34.204" v="368" actId="404"/>
          <ac:spMkLst>
            <pc:docMk/>
            <pc:sldMk cId="2643621079" sldId="327"/>
            <ac:spMk id="3" creationId="{7573D7AF-4EAB-E5E5-A057-C1B34D1D45D2}"/>
          </ac:spMkLst>
        </pc:spChg>
      </pc:sldChg>
      <pc:sldChg chg="addSp delSp modSp mod">
        <pc:chgData name="安藤慶昭" userId="661fb209-6e14-4e30-8fd9-c620f868e6cd" providerId="ADAL" clId="{E08AAEDF-A9A2-6A4B-8F2B-5FC3CD67D641}" dt="2025-07-14T08:54:15.112" v="450" actId="404"/>
        <pc:sldMkLst>
          <pc:docMk/>
          <pc:sldMk cId="725704474" sldId="328"/>
        </pc:sldMkLst>
        <pc:spChg chg="mod topLvl">
          <ac:chgData name="安藤慶昭" userId="661fb209-6e14-4e30-8fd9-c620f868e6cd" providerId="ADAL" clId="{E08AAEDF-A9A2-6A4B-8F2B-5FC3CD67D641}" dt="2025-07-14T08:54:15.112" v="450" actId="404"/>
          <ac:spMkLst>
            <pc:docMk/>
            <pc:sldMk cId="725704474" sldId="328"/>
            <ac:spMk id="4" creationId="{F00CDBEC-DFC0-A01F-6769-387202CCDFF1}"/>
          </ac:spMkLst>
        </pc:spChg>
        <pc:spChg chg="mod topLvl">
          <ac:chgData name="安藤慶昭" userId="661fb209-6e14-4e30-8fd9-c620f868e6cd" providerId="ADAL" clId="{E08AAEDF-A9A2-6A4B-8F2B-5FC3CD67D641}" dt="2025-07-14T08:54:15.112" v="450" actId="404"/>
          <ac:spMkLst>
            <pc:docMk/>
            <pc:sldMk cId="725704474" sldId="328"/>
            <ac:spMk id="5" creationId="{31D71817-BCCE-31C6-C0C0-9E07ED19F7CD}"/>
          </ac:spMkLst>
        </pc:spChg>
        <pc:spChg chg="mod topLvl">
          <ac:chgData name="安藤慶昭" userId="661fb209-6e14-4e30-8fd9-c620f868e6cd" providerId="ADAL" clId="{E08AAEDF-A9A2-6A4B-8F2B-5FC3CD67D641}" dt="2025-07-14T08:54:15.112" v="450" actId="404"/>
          <ac:spMkLst>
            <pc:docMk/>
            <pc:sldMk cId="725704474" sldId="328"/>
            <ac:spMk id="13" creationId="{5A07A12A-B6E9-CCB6-65F3-A49AD80CF54D}"/>
          </ac:spMkLst>
        </pc:spChg>
        <pc:spChg chg="mod topLvl">
          <ac:chgData name="安藤慶昭" userId="661fb209-6e14-4e30-8fd9-c620f868e6cd" providerId="ADAL" clId="{E08AAEDF-A9A2-6A4B-8F2B-5FC3CD67D641}" dt="2025-07-14T08:54:15.112" v="450" actId="404"/>
          <ac:spMkLst>
            <pc:docMk/>
            <pc:sldMk cId="725704474" sldId="328"/>
            <ac:spMk id="15" creationId="{D8FEAA44-858C-15D4-AD39-2B2A104AD576}"/>
          </ac:spMkLst>
        </pc:spChg>
        <pc:spChg chg="mod topLvl">
          <ac:chgData name="安藤慶昭" userId="661fb209-6e14-4e30-8fd9-c620f868e6cd" providerId="ADAL" clId="{E08AAEDF-A9A2-6A4B-8F2B-5FC3CD67D641}" dt="2025-07-14T08:54:15.112" v="450" actId="404"/>
          <ac:spMkLst>
            <pc:docMk/>
            <pc:sldMk cId="725704474" sldId="328"/>
            <ac:spMk id="16" creationId="{8B2CE984-7B55-A89D-3B53-B740B81D5FEE}"/>
          </ac:spMkLst>
        </pc:spChg>
        <pc:spChg chg="mod topLvl">
          <ac:chgData name="安藤慶昭" userId="661fb209-6e14-4e30-8fd9-c620f868e6cd" providerId="ADAL" clId="{E08AAEDF-A9A2-6A4B-8F2B-5FC3CD67D641}" dt="2025-07-14T08:54:15.112" v="450" actId="404"/>
          <ac:spMkLst>
            <pc:docMk/>
            <pc:sldMk cId="725704474" sldId="328"/>
            <ac:spMk id="18" creationId="{4DE366FE-B601-13A2-A67C-D671079D0D9B}"/>
          </ac:spMkLst>
        </pc:spChg>
        <pc:spChg chg="mod topLvl">
          <ac:chgData name="安藤慶昭" userId="661fb209-6e14-4e30-8fd9-c620f868e6cd" providerId="ADAL" clId="{E08AAEDF-A9A2-6A4B-8F2B-5FC3CD67D641}" dt="2025-07-14T08:54:15.112" v="450" actId="404"/>
          <ac:spMkLst>
            <pc:docMk/>
            <pc:sldMk cId="725704474" sldId="328"/>
            <ac:spMk id="19" creationId="{9FA54EC2-3A16-D9A4-10E2-5FE1C7DA1470}"/>
          </ac:spMkLst>
        </pc:spChg>
        <pc:spChg chg="mod topLvl">
          <ac:chgData name="安藤慶昭" userId="661fb209-6e14-4e30-8fd9-c620f868e6cd" providerId="ADAL" clId="{E08AAEDF-A9A2-6A4B-8F2B-5FC3CD67D641}" dt="2025-07-14T08:54:15.112" v="450" actId="404"/>
          <ac:spMkLst>
            <pc:docMk/>
            <pc:sldMk cId="725704474" sldId="328"/>
            <ac:spMk id="20" creationId="{6A56AECB-4FC3-0341-B1BB-B91818305A43}"/>
          </ac:spMkLst>
        </pc:spChg>
        <pc:grpChg chg="add del mod">
          <ac:chgData name="安藤慶昭" userId="661fb209-6e14-4e30-8fd9-c620f868e6cd" providerId="ADAL" clId="{E08AAEDF-A9A2-6A4B-8F2B-5FC3CD67D641}" dt="2025-07-14T08:53:04.107" v="431" actId="165"/>
          <ac:grpSpMkLst>
            <pc:docMk/>
            <pc:sldMk cId="725704474" sldId="328"/>
            <ac:grpSpMk id="6" creationId="{FF55E49C-1C6C-7C71-F802-4AF8F80B6EC6}"/>
          </ac:grpSpMkLst>
        </pc:grpChg>
        <pc:graphicFrameChg chg="mod modGraphic">
          <ac:chgData name="安藤慶昭" userId="661fb209-6e14-4e30-8fd9-c620f868e6cd" providerId="ADAL" clId="{E08AAEDF-A9A2-6A4B-8F2B-5FC3CD67D641}" dt="2025-07-14T08:51:10.334" v="381" actId="404"/>
          <ac:graphicFrameMkLst>
            <pc:docMk/>
            <pc:sldMk cId="725704474" sldId="328"/>
            <ac:graphicFrameMk id="3" creationId="{AF632887-5214-7908-C8AA-1968FADA678F}"/>
          </ac:graphicFrameMkLst>
        </pc:graphicFrameChg>
      </pc:sldChg>
      <pc:sldChg chg="add del">
        <pc:chgData name="安藤慶昭" userId="661fb209-6e14-4e30-8fd9-c620f868e6cd" providerId="ADAL" clId="{E08AAEDF-A9A2-6A4B-8F2B-5FC3CD67D641}" dt="2025-07-14T08:54:18.235" v="451" actId="2696"/>
        <pc:sldMkLst>
          <pc:docMk/>
          <pc:sldMk cId="1811408649" sldId="329"/>
        </pc:sldMkLst>
      </pc:sldChg>
    </pc:docChg>
  </pc:docChgLst>
  <pc:docChgLst>
    <pc:chgData name="唐橋啓子" userId="cb577745-dd7a-43e9-989e-99c292c44ddc" providerId="ADAL" clId="{4F134323-C308-4874-9884-BF2F5DB20DE3}"/>
    <pc:docChg chg="custSel modSld">
      <pc:chgData name="唐橋啓子" userId="cb577745-dd7a-43e9-989e-99c292c44ddc" providerId="ADAL" clId="{4F134323-C308-4874-9884-BF2F5DB20DE3}" dt="2025-04-04T07:04:59.703" v="1" actId="478"/>
      <pc:docMkLst>
        <pc:docMk/>
      </pc:docMkLst>
      <pc:sldChg chg="delSp mod">
        <pc:chgData name="唐橋啓子" userId="cb577745-dd7a-43e9-989e-99c292c44ddc" providerId="ADAL" clId="{4F134323-C308-4874-9884-BF2F5DB20DE3}" dt="2025-04-04T07:04:57.281" v="0" actId="478"/>
        <pc:sldMkLst>
          <pc:docMk/>
          <pc:sldMk cId="222855836" sldId="262"/>
        </pc:sldMkLst>
      </pc:sldChg>
      <pc:sldChg chg="delSp mod">
        <pc:chgData name="唐橋啓子" userId="cb577745-dd7a-43e9-989e-99c292c44ddc" providerId="ADAL" clId="{4F134323-C308-4874-9884-BF2F5DB20DE3}" dt="2025-04-04T07:04:59.703" v="1" actId="478"/>
        <pc:sldMkLst>
          <pc:docMk/>
          <pc:sldMk cId="802950509"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游ゴシック" panose="020B0400000000000000" pitchFamily="50" charset="-128"/>
                <a:ea typeface="游ゴシック" panose="020B0400000000000000" pitchFamily="50" charset="-128"/>
              </a:defRPr>
            </a:lvl1pPr>
          </a:lstStyle>
          <a:p>
            <a:endParaRPr kumimoji="1" lang="ja-JP" altLang="en-US" dirty="0"/>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游ゴシック" panose="020B0400000000000000" pitchFamily="50" charset="-128"/>
                <a:ea typeface="游ゴシック" panose="020B0400000000000000" pitchFamily="50" charset="-128"/>
              </a:defRPr>
            </a:lvl1pPr>
          </a:lstStyle>
          <a:p>
            <a:fld id="{8B642B39-3264-48A4-9935-A5254515CCB3}" type="datetimeFigureOut">
              <a:rPr kumimoji="1" lang="ja-JP" altLang="en-US" smtClean="0"/>
              <a:pPr/>
              <a:t>2026/5/21</a:t>
            </a:fld>
            <a:endParaRPr kumimoji="1"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游ゴシック" panose="020B0400000000000000" pitchFamily="50" charset="-128"/>
                <a:ea typeface="游ゴシック" panose="020B0400000000000000" pitchFamily="50" charset="-128"/>
              </a:defRPr>
            </a:lvl1pPr>
          </a:lstStyle>
          <a:p>
            <a:endParaRPr kumimoji="1" lang="ja-JP" altLang="en-US" dirty="0"/>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游ゴシック" panose="020B0400000000000000" pitchFamily="50" charset="-128"/>
                <a:ea typeface="游ゴシック" panose="020B0400000000000000" pitchFamily="50" charset="-128"/>
              </a:defRPr>
            </a:lvl1pPr>
          </a:lstStyle>
          <a:p>
            <a:fld id="{E01CA3E8-B119-40FC-81B6-EB40E524BF76}" type="slidenum">
              <a:rPr kumimoji="1" lang="ja-JP" altLang="en-US" smtClean="0"/>
              <a:pPr/>
              <a:t>‹#›</a:t>
            </a:fld>
            <a:endParaRPr kumimoji="1" lang="ja-JP" altLang="en-US" dirty="0"/>
          </a:p>
        </p:txBody>
      </p:sp>
    </p:spTree>
    <p:extLst>
      <p:ext uri="{BB962C8B-B14F-4D97-AF65-F5344CB8AC3E}">
        <p14:creationId xmlns:p14="http://schemas.microsoft.com/office/powerpoint/2010/main" val="146110933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1pPr>
    <a:lvl2pPr marL="4572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2pPr>
    <a:lvl3pPr marL="9144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3pPr>
    <a:lvl4pPr marL="13716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4pPr>
    <a:lvl5pPr marL="1828800" algn="l" defTabSz="914400" rtl="0" eaLnBrk="1" latinLnBrk="0" hangingPunct="1">
      <a:defRPr kumimoji="1" sz="1200" kern="1200">
        <a:solidFill>
          <a:schemeClr val="tx1"/>
        </a:solidFill>
        <a:latin typeface="游ゴシック" panose="020B0400000000000000" pitchFamily="50" charset="-128"/>
        <a:ea typeface="游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1C314-9459-9EA9-C532-2BB89CC8DF1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F695A8-24C6-2125-9234-4E121CF6B97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97F4271-E6EF-777C-0ED2-84B3C7F088DA}"/>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EA6691EA-A320-4581-9204-FDAD9B2011EE}"/>
              </a:ext>
            </a:extLst>
          </p:cNvPr>
          <p:cNvSpPr>
            <a:spLocks noGrp="1"/>
          </p:cNvSpPr>
          <p:nvPr>
            <p:ph type="sldNum" sz="quarter" idx="5"/>
          </p:nvPr>
        </p:nvSpPr>
        <p:spPr/>
        <p:txBody>
          <a:bodyPr/>
          <a:lstStyle/>
          <a:p>
            <a:fld id="{E01CA3E8-B119-40FC-81B6-EB40E524BF76}" type="slidenum">
              <a:rPr kumimoji="1" lang="ja-JP" altLang="en-US" smtClean="0"/>
              <a:pPr/>
              <a:t>2</a:t>
            </a:fld>
            <a:endParaRPr kumimoji="1" lang="ja-JP" altLang="en-US" dirty="0"/>
          </a:p>
        </p:txBody>
      </p:sp>
    </p:spTree>
    <p:extLst>
      <p:ext uri="{BB962C8B-B14F-4D97-AF65-F5344CB8AC3E}">
        <p14:creationId xmlns:p14="http://schemas.microsoft.com/office/powerpoint/2010/main" val="20870087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_研究発表用">
    <p:bg>
      <p:bgPr>
        <a:solidFill>
          <a:schemeClr val="bg1"/>
        </a:solidFill>
        <a:effectLst/>
      </p:bgPr>
    </p:bg>
    <p:spTree>
      <p:nvGrpSpPr>
        <p:cNvPr id="1" name=""/>
        <p:cNvGrpSpPr/>
        <p:nvPr/>
      </p:nvGrpSpPr>
      <p:grpSpPr>
        <a:xfrm>
          <a:off x="0" y="0"/>
          <a:ext cx="0" cy="0"/>
          <a:chOff x="0" y="0"/>
          <a:chExt cx="0" cy="0"/>
        </a:xfrm>
      </p:grpSpPr>
      <p:grpSp>
        <p:nvGrpSpPr>
          <p:cNvPr id="28" name="グループ化 27">
            <a:extLst>
              <a:ext uri="{FF2B5EF4-FFF2-40B4-BE49-F238E27FC236}">
                <a16:creationId xmlns:a16="http://schemas.microsoft.com/office/drawing/2014/main" id="{74A64076-AD5F-ABEC-BECE-4048D476D4A9}"/>
              </a:ext>
            </a:extLst>
          </p:cNvPr>
          <p:cNvGrpSpPr/>
          <p:nvPr userDrawn="1"/>
        </p:nvGrpSpPr>
        <p:grpSpPr>
          <a:xfrm>
            <a:off x="0" y="0"/>
            <a:ext cx="96000" cy="6859800"/>
            <a:chOff x="0" y="0"/>
            <a:chExt cx="54000" cy="6859800"/>
          </a:xfrm>
        </p:grpSpPr>
        <p:sp>
          <p:nvSpPr>
            <p:cNvPr id="25" name="正方形/長方形 24">
              <a:extLst>
                <a:ext uri="{FF2B5EF4-FFF2-40B4-BE49-F238E27FC236}">
                  <a16:creationId xmlns:a16="http://schemas.microsoft.com/office/drawing/2014/main" id="{43BA8CD9-4BF3-02AF-884F-3B3CB35A7863}"/>
                </a:ext>
              </a:extLst>
            </p:cNvPr>
            <p:cNvSpPr/>
            <p:nvPr/>
          </p:nvSpPr>
          <p:spPr bwMode="auto">
            <a:xfrm>
              <a:off x="0" y="0"/>
              <a:ext cx="54000" cy="3430800"/>
            </a:xfrm>
            <a:prstGeom prst="rect">
              <a:avLst/>
            </a:prstGeom>
            <a:solidFill>
              <a:schemeClr val="accent1"/>
            </a:solidFill>
            <a:ln>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游ゴシック" panose="020B0400000000000000" pitchFamily="50" charset="-128"/>
                <a:ea typeface="游ゴシック" panose="020B0400000000000000" pitchFamily="50" charset="-128"/>
                <a:cs typeface="メイリオ" pitchFamily="50" charset="-128"/>
              </a:endParaRPr>
            </a:p>
          </p:txBody>
        </p:sp>
        <p:sp>
          <p:nvSpPr>
            <p:cNvPr id="27" name="正方形/長方形 26">
              <a:extLst>
                <a:ext uri="{FF2B5EF4-FFF2-40B4-BE49-F238E27FC236}">
                  <a16:creationId xmlns:a16="http://schemas.microsoft.com/office/drawing/2014/main" id="{3113BEC5-8309-19B0-79E8-5A4FDC96C3A3}"/>
                </a:ext>
              </a:extLst>
            </p:cNvPr>
            <p:cNvSpPr/>
            <p:nvPr/>
          </p:nvSpPr>
          <p:spPr bwMode="auto">
            <a:xfrm>
              <a:off x="0" y="3429000"/>
              <a:ext cx="54000" cy="3430800"/>
            </a:xfrm>
            <a:prstGeom prst="rect">
              <a:avLst/>
            </a:prstGeom>
            <a:solidFill>
              <a:schemeClr val="tx1"/>
            </a:solidFill>
            <a:ln>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游ゴシック" panose="020B0400000000000000" pitchFamily="50" charset="-128"/>
                <a:ea typeface="游ゴシック" panose="020B0400000000000000" pitchFamily="50" charset="-128"/>
                <a:cs typeface="メイリオ" pitchFamily="50" charset="-128"/>
              </a:endParaRPr>
            </a:p>
          </p:txBody>
        </p:sp>
      </p:grpSp>
      <p:sp>
        <p:nvSpPr>
          <p:cNvPr id="6" name="タイトル 5">
            <a:extLst>
              <a:ext uri="{FF2B5EF4-FFF2-40B4-BE49-F238E27FC236}">
                <a16:creationId xmlns:a16="http://schemas.microsoft.com/office/drawing/2014/main" id="{73CE03A2-E8AF-9E08-4EF5-F64C96D59FA7}"/>
              </a:ext>
            </a:extLst>
          </p:cNvPr>
          <p:cNvSpPr>
            <a:spLocks noGrp="1"/>
          </p:cNvSpPr>
          <p:nvPr>
            <p:ph type="title"/>
          </p:nvPr>
        </p:nvSpPr>
        <p:spPr>
          <a:xfrm>
            <a:off x="423985" y="1676733"/>
            <a:ext cx="11344681" cy="677108"/>
          </a:xfrm>
          <a:noFill/>
          <a:ln>
            <a:noFill/>
          </a:ln>
        </p:spPr>
        <p:style>
          <a:lnRef idx="2">
            <a:schemeClr val="accent2"/>
          </a:lnRef>
          <a:fillRef idx="1">
            <a:schemeClr val="lt1"/>
          </a:fillRef>
          <a:effectRef idx="0">
            <a:schemeClr val="accent2"/>
          </a:effectRef>
          <a:fontRef idx="minor">
            <a:schemeClr val="dk1"/>
          </a:fontRef>
        </p:style>
        <p:txBody>
          <a:bodyPr wrap="square">
            <a:spAutoFit/>
          </a:bodyPr>
          <a:lstStyle>
            <a:lvl1pPr>
              <a:spcAft>
                <a:spcPts val="300"/>
              </a:spcAft>
              <a:defRPr sz="4400">
                <a:latin typeface="游ゴシック" panose="020B0400000000000000" pitchFamily="50" charset="-128"/>
              </a:defRPr>
            </a:lvl1pPr>
          </a:lstStyle>
          <a:p>
            <a:r>
              <a:rPr kumimoji="1" lang="ja-JP" altLang="en-US" dirty="0"/>
              <a:t>マスター タイトルの書式設定</a:t>
            </a:r>
          </a:p>
        </p:txBody>
      </p:sp>
      <p:sp>
        <p:nvSpPr>
          <p:cNvPr id="7" name="Subtitle 2">
            <a:extLst>
              <a:ext uri="{FF2B5EF4-FFF2-40B4-BE49-F238E27FC236}">
                <a16:creationId xmlns:a16="http://schemas.microsoft.com/office/drawing/2014/main" id="{A34D183E-2C5C-3941-6554-EF1B753575D3}"/>
              </a:ext>
            </a:extLst>
          </p:cNvPr>
          <p:cNvSpPr>
            <a:spLocks noGrp="1"/>
          </p:cNvSpPr>
          <p:nvPr>
            <p:ph type="subTitle" idx="1"/>
          </p:nvPr>
        </p:nvSpPr>
        <p:spPr>
          <a:xfrm>
            <a:off x="423985" y="3429000"/>
            <a:ext cx="11300728" cy="307777"/>
          </a:xfrm>
        </p:spPr>
        <p:txBody>
          <a:bodyPr wrap="square" lIns="0" tIns="0" rIns="0" bIns="0">
            <a:spAutoFit/>
          </a:bodyPr>
          <a:lstStyle>
            <a:lvl1pPr marL="0" indent="0" algn="l">
              <a:lnSpc>
                <a:spcPct val="100000"/>
              </a:lnSpc>
              <a:spcBef>
                <a:spcPts val="0"/>
              </a:spcBef>
              <a:spcAft>
                <a:spcPts val="300"/>
              </a:spcAft>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pic>
        <p:nvPicPr>
          <p:cNvPr id="2" name="図 1" descr="ロゴ&#10;&#10;AI によって生成されたコンテンツは間違っている可能性があります。">
            <a:extLst>
              <a:ext uri="{FF2B5EF4-FFF2-40B4-BE49-F238E27FC236}">
                <a16:creationId xmlns:a16="http://schemas.microsoft.com/office/drawing/2014/main" id="{A445D0DE-9990-20EE-536F-BD274F8C4D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6835" y="322511"/>
            <a:ext cx="1705694" cy="504000"/>
          </a:xfrm>
          <a:prstGeom prst="rect">
            <a:avLst/>
          </a:prstGeom>
        </p:spPr>
      </p:pic>
    </p:spTree>
    <p:extLst>
      <p:ext uri="{BB962C8B-B14F-4D97-AF65-F5344CB8AC3E}">
        <p14:creationId xmlns:p14="http://schemas.microsoft.com/office/powerpoint/2010/main" val="3536060452"/>
      </p:ext>
    </p:extLst>
  </p:cSld>
  <p:clrMapOvr>
    <a:masterClrMapping/>
  </p:clrMapOvr>
  <p:extLst>
    <p:ext uri="{DCECCB84-F9BA-43D5-87BE-67443E8EF086}">
      <p15:sldGuideLst xmlns:p15="http://schemas.microsoft.com/office/powerpoint/2012/main">
        <p15:guide id="1" pos="267" userDrawn="1">
          <p15:clr>
            <a:srgbClr val="FBAE40"/>
          </p15:clr>
        </p15:guide>
        <p15:guide id="2" pos="7413" userDrawn="1">
          <p15:clr>
            <a:srgbClr val="FBAE40"/>
          </p15:clr>
        </p15:guide>
        <p15:guide id="4" orient="horz" pos="210" userDrawn="1">
          <p15:clr>
            <a:srgbClr val="FBAE40"/>
          </p15:clr>
        </p15:guide>
        <p15:guide id="5" orient="horz" pos="4110" userDrawn="1">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_産総研案内用">
    <p:bg>
      <p:bgPr>
        <a:solidFill>
          <a:schemeClr val="bg1"/>
        </a:solidFill>
        <a:effectLst/>
      </p:bgPr>
    </p:bg>
    <p:spTree>
      <p:nvGrpSpPr>
        <p:cNvPr id="1" name=""/>
        <p:cNvGrpSpPr/>
        <p:nvPr/>
      </p:nvGrpSpPr>
      <p:grpSpPr>
        <a:xfrm>
          <a:off x="0" y="0"/>
          <a:ext cx="0" cy="0"/>
          <a:chOff x="0" y="0"/>
          <a:chExt cx="0" cy="0"/>
        </a:xfrm>
      </p:grpSpPr>
      <p:pic>
        <p:nvPicPr>
          <p:cNvPr id="4" name="図 3" descr="図形&#10;&#10;AI によって生成されたコンテンツは間違っている可能性があります。">
            <a:extLst>
              <a:ext uri="{FF2B5EF4-FFF2-40B4-BE49-F238E27FC236}">
                <a16:creationId xmlns:a16="http://schemas.microsoft.com/office/drawing/2014/main" id="{D67776F7-C145-624A-8A17-2B2CB414951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0" name="テキスト プレースホルダー 4">
            <a:extLst>
              <a:ext uri="{FF2B5EF4-FFF2-40B4-BE49-F238E27FC236}">
                <a16:creationId xmlns:a16="http://schemas.microsoft.com/office/drawing/2014/main" id="{5C9AA20C-C5DF-CF5F-31FA-06C5B655AE18}"/>
              </a:ext>
            </a:extLst>
          </p:cNvPr>
          <p:cNvSpPr>
            <a:spLocks noGrp="1"/>
          </p:cNvSpPr>
          <p:nvPr>
            <p:ph type="body" sz="quarter" idx="11" hasCustomPrompt="1"/>
          </p:nvPr>
        </p:nvSpPr>
        <p:spPr bwMode="gray">
          <a:xfrm>
            <a:off x="423334" y="2343319"/>
            <a:ext cx="5642570" cy="677108"/>
          </a:xfrm>
          <a:solidFill>
            <a:schemeClr val="bg1"/>
          </a:solidFill>
        </p:spPr>
        <p:txBody>
          <a:bodyPr wrap="none" lIns="0" tIns="0" rIns="0" bIns="0">
            <a:spAutoFit/>
          </a:bodyPr>
          <a:lstStyle>
            <a:lvl1pPr marL="0" indent="0">
              <a:lnSpc>
                <a:spcPct val="100000"/>
              </a:lnSpc>
              <a:spcBef>
                <a:spcPts val="0"/>
              </a:spcBef>
              <a:spcAft>
                <a:spcPts val="600"/>
              </a:spcAft>
              <a:buFontTx/>
              <a:buNone/>
              <a:defRPr kumimoji="1" lang="ja-JP" altLang="en-US" sz="4400" b="1" kern="1200" smtClean="0">
                <a:solidFill>
                  <a:schemeClr val="tx1"/>
                </a:solidFill>
                <a:latin typeface="+mj-ea"/>
                <a:ea typeface="+mj-ea"/>
                <a:cs typeface="+mn-cs"/>
              </a:defRPr>
            </a:lvl1pPr>
            <a:lvl2pPr marL="457213" indent="0">
              <a:lnSpc>
                <a:spcPct val="100000"/>
              </a:lnSpc>
              <a:buFontTx/>
              <a:buNone/>
              <a:defRPr/>
            </a:lvl2pPr>
            <a:lvl3pPr marL="914425" indent="0">
              <a:lnSpc>
                <a:spcPct val="100000"/>
              </a:lnSpc>
              <a:buFontTx/>
              <a:buNone/>
              <a:defRPr/>
            </a:lvl3pPr>
            <a:lvl4pPr marL="1371638" indent="0">
              <a:lnSpc>
                <a:spcPct val="100000"/>
              </a:lnSpc>
              <a:buFontTx/>
              <a:buNone/>
              <a:defRPr/>
            </a:lvl4pPr>
            <a:lvl5pPr marL="1828852" indent="0">
              <a:lnSpc>
                <a:spcPct val="100000"/>
              </a:lnSpc>
              <a:buFontTx/>
              <a:buNone/>
              <a:defRPr/>
            </a:lvl5pPr>
          </a:lstStyle>
          <a:p>
            <a:r>
              <a:rPr lang="ja-JP" altLang="en-US" dirty="0"/>
              <a:t>タイトルをここに入力</a:t>
            </a:r>
          </a:p>
        </p:txBody>
      </p:sp>
      <p:sp>
        <p:nvSpPr>
          <p:cNvPr id="11" name="タイトル 5">
            <a:extLst>
              <a:ext uri="{FF2B5EF4-FFF2-40B4-BE49-F238E27FC236}">
                <a16:creationId xmlns:a16="http://schemas.microsoft.com/office/drawing/2014/main" id="{AD3BEB23-77C3-4138-BC67-F5DE65C32EC3}"/>
              </a:ext>
            </a:extLst>
          </p:cNvPr>
          <p:cNvSpPr>
            <a:spLocks noGrp="1"/>
          </p:cNvSpPr>
          <p:nvPr>
            <p:ph type="title" hasCustomPrompt="1"/>
          </p:nvPr>
        </p:nvSpPr>
        <p:spPr bwMode="gray">
          <a:xfrm>
            <a:off x="423984" y="1676733"/>
            <a:ext cx="11285141" cy="677108"/>
          </a:xfrm>
          <a:ln>
            <a:noFill/>
          </a:ln>
        </p:spPr>
        <p:style>
          <a:lnRef idx="2">
            <a:schemeClr val="accent2"/>
          </a:lnRef>
          <a:fillRef idx="1">
            <a:schemeClr val="lt1"/>
          </a:fillRef>
          <a:effectRef idx="0">
            <a:schemeClr val="accent2"/>
          </a:effectRef>
          <a:fontRef idx="minor">
            <a:schemeClr val="dk1"/>
          </a:fontRef>
        </p:style>
        <p:txBody>
          <a:bodyPr wrap="none">
            <a:spAutoFit/>
          </a:bodyPr>
          <a:lstStyle>
            <a:lvl1pPr>
              <a:spcAft>
                <a:spcPts val="300"/>
              </a:spcAft>
              <a:defRPr sz="4400">
                <a:latin typeface="游ゴシック" panose="020B0400000000000000" pitchFamily="50" charset="-128"/>
              </a:defRPr>
            </a:lvl1pPr>
          </a:lstStyle>
          <a:p>
            <a:r>
              <a:rPr lang="ja-JP" altLang="en-US" dirty="0"/>
              <a:t>タイトルをここに入力タイトルをここに入力</a:t>
            </a:r>
            <a:endParaRPr kumimoji="1" lang="ja-JP" altLang="en-US" dirty="0"/>
          </a:p>
        </p:txBody>
      </p:sp>
      <p:pic>
        <p:nvPicPr>
          <p:cNvPr id="2" name="図 1" descr="ロゴ&#10;&#10;AI によって生成されたコンテンツは間違っている可能性があります。">
            <a:extLst>
              <a:ext uri="{FF2B5EF4-FFF2-40B4-BE49-F238E27FC236}">
                <a16:creationId xmlns:a16="http://schemas.microsoft.com/office/drawing/2014/main" id="{0DB4EF7A-3881-62FA-E092-369DF01447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6835" y="322511"/>
            <a:ext cx="1705694" cy="504000"/>
          </a:xfrm>
          <a:prstGeom prst="rect">
            <a:avLst/>
          </a:prstGeom>
        </p:spPr>
      </p:pic>
      <p:sp>
        <p:nvSpPr>
          <p:cNvPr id="6" name="Subtitle 2">
            <a:extLst>
              <a:ext uri="{FF2B5EF4-FFF2-40B4-BE49-F238E27FC236}">
                <a16:creationId xmlns:a16="http://schemas.microsoft.com/office/drawing/2014/main" id="{191DB16B-9203-CD80-390C-551D24D2EAF1}"/>
              </a:ext>
            </a:extLst>
          </p:cNvPr>
          <p:cNvSpPr>
            <a:spLocks noGrp="1"/>
          </p:cNvSpPr>
          <p:nvPr>
            <p:ph type="subTitle" idx="1"/>
          </p:nvPr>
        </p:nvSpPr>
        <p:spPr>
          <a:xfrm>
            <a:off x="423985" y="3876685"/>
            <a:ext cx="6540341" cy="307777"/>
          </a:xfrm>
        </p:spPr>
        <p:txBody>
          <a:bodyPr wrap="square" lIns="0" tIns="0" rIns="0" bIns="0">
            <a:spAutoFit/>
          </a:bodyPr>
          <a:lstStyle>
            <a:lvl1pPr marL="0" indent="0" algn="l">
              <a:lnSpc>
                <a:spcPct val="100000"/>
              </a:lnSpc>
              <a:spcBef>
                <a:spcPts val="0"/>
              </a:spcBef>
              <a:spcAft>
                <a:spcPts val="300"/>
              </a:spcAft>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dirty="0"/>
              <a:t>マスター サブタイトルの書式設定</a:t>
            </a:r>
            <a:endParaRPr lang="en-US" dirty="0"/>
          </a:p>
        </p:txBody>
      </p:sp>
    </p:spTree>
    <p:extLst>
      <p:ext uri="{BB962C8B-B14F-4D97-AF65-F5344CB8AC3E}">
        <p14:creationId xmlns:p14="http://schemas.microsoft.com/office/powerpoint/2010/main" val="1207974407"/>
      </p:ext>
    </p:extLst>
  </p:cSld>
  <p:clrMapOvr>
    <a:masterClrMapping/>
  </p:clrMapOvr>
  <p:extLst>
    <p:ext uri="{DCECCB84-F9BA-43D5-87BE-67443E8EF086}">
      <p15:sldGuideLst xmlns:p15="http://schemas.microsoft.com/office/powerpoint/2012/main">
        <p15:guide id="1" pos="267" userDrawn="1">
          <p15:clr>
            <a:srgbClr val="FBAE40"/>
          </p15:clr>
        </p15:guide>
        <p15:guide id="2" pos="7413" userDrawn="1">
          <p15:clr>
            <a:srgbClr val="FBAE40"/>
          </p15:clr>
        </p15:guide>
        <p15:guide id="4" orient="horz" pos="210" userDrawn="1">
          <p15:clr>
            <a:srgbClr val="FBAE40"/>
          </p15:clr>
        </p15:guide>
        <p15:guide id="5" orient="horz" pos="4110" userDrawn="1">
          <p15:clr>
            <a:srgbClr val="FBAE40"/>
          </p15:clr>
        </p15:guide>
        <p15:guide id="6"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_ページ番号">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CAE15609-D944-74BC-9C83-565EE1CB8A30}"/>
              </a:ext>
            </a:extLst>
          </p:cNvPr>
          <p:cNvSpPr txBox="1">
            <a:spLocks/>
          </p:cNvSpPr>
          <p:nvPr userDrawn="1"/>
        </p:nvSpPr>
        <p:spPr>
          <a:xfrm>
            <a:off x="11495579" y="6639914"/>
            <a:ext cx="536224" cy="193302"/>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tx1">
                    <a:tint val="75000"/>
                  </a:schemeClr>
                </a:solidFill>
                <a:latin typeface="Meiryo" panose="020B0604030504040204" pitchFamily="34" charset="-128"/>
                <a:ea typeface="Meiryo" panose="020B0604030504040204"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C21C582-D7CD-2142-91B3-496CA6F37900}" type="slidenum">
              <a:rPr kumimoji="1" lang="ja-JP" altLang="en-US" sz="1000" b="0" i="0" u="none" strike="noStrike" kern="1200" cap="none" spc="0" normalizeH="0" baseline="0" noProof="0" smtClean="0">
                <a:ln>
                  <a:noFill/>
                </a:ln>
                <a:solidFill>
                  <a:srgbClr val="000000"/>
                </a:solidFill>
                <a:effectLst/>
                <a:uLnTx/>
                <a:uFillTx/>
                <a:latin typeface="游ゴシック" panose="020B0400000000000000" pitchFamily="50" charset="-128"/>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1" lang="ja-JP" altLang="en-US" sz="10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spTree>
    <p:extLst>
      <p:ext uri="{BB962C8B-B14F-4D97-AF65-F5344CB8AC3E}">
        <p14:creationId xmlns:p14="http://schemas.microsoft.com/office/powerpoint/2010/main" val="746633120"/>
      </p:ext>
    </p:extLst>
  </p:cSld>
  <p:clrMapOvr>
    <a:masterClrMapping/>
  </p:clrMapOvr>
  <p:extLst>
    <p:ext uri="{DCECCB84-F9BA-43D5-87BE-67443E8EF086}">
      <p15:sldGuideLst xmlns:p15="http://schemas.microsoft.com/office/powerpoint/2012/main">
        <p15:guide id="1" pos="143" userDrawn="1">
          <p15:clr>
            <a:srgbClr val="FBAE40"/>
          </p15:clr>
        </p15:guide>
        <p15:guide id="2" pos="7537" userDrawn="1">
          <p15:clr>
            <a:srgbClr val="FBAE40"/>
          </p15:clr>
        </p15:guide>
        <p15:guide id="4" orient="horz" pos="142" userDrawn="1">
          <p15:clr>
            <a:srgbClr val="FBAE40"/>
          </p15:clr>
        </p15:guide>
        <p15:guide id="5" orient="horz" pos="4178" userDrawn="1">
          <p15:clr>
            <a:srgbClr val="FBAE40"/>
          </p15:clr>
        </p15:guide>
        <p15:guide id="6"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基本_A_フッターあり">
    <p:bg>
      <p:bgPr>
        <a:solidFill>
          <a:schemeClr val="bg1"/>
        </a:soli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4845C2-EBC3-5FD0-C92C-260AB92A038E}"/>
              </a:ext>
            </a:extLst>
          </p:cNvPr>
          <p:cNvSpPr/>
          <p:nvPr userDrawn="1"/>
        </p:nvSpPr>
        <p:spPr>
          <a:xfrm>
            <a:off x="0" y="0"/>
            <a:ext cx="12192000" cy="720000"/>
          </a:xfrm>
          <a:prstGeom prst="rect">
            <a:avLst/>
          </a:prstGeom>
          <a:solidFill>
            <a:schemeClr val="tx1"/>
          </a:solidFill>
          <a:ln w="12700" cap="flat" cmpd="sng" algn="ctr">
            <a:noFill/>
            <a:prstDash val="solid"/>
            <a:miter lim="800000"/>
          </a:ln>
          <a:effectLst/>
        </p:spPr>
        <p:txBody>
          <a:bodyPr rtlCol="0" anchor="ctr"/>
          <a:lstStyle/>
          <a:p>
            <a:pPr marL="0" marR="0" lvl="0" indent="0" algn="ctr" defTabSz="457197"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endParaRPr>
          </a:p>
        </p:txBody>
      </p:sp>
      <p:sp>
        <p:nvSpPr>
          <p:cNvPr id="37" name="フッター プレースホルダー 4">
            <a:extLst>
              <a:ext uri="{FF2B5EF4-FFF2-40B4-BE49-F238E27FC236}">
                <a16:creationId xmlns:a16="http://schemas.microsoft.com/office/drawing/2014/main" id="{723A1666-EFDC-02AF-3078-C77511C6D95C}"/>
              </a:ext>
            </a:extLst>
          </p:cNvPr>
          <p:cNvSpPr>
            <a:spLocks noGrp="1"/>
          </p:cNvSpPr>
          <p:nvPr>
            <p:ph type="ftr" sz="quarter" idx="11"/>
          </p:nvPr>
        </p:nvSpPr>
        <p:spPr>
          <a:xfrm>
            <a:off x="227013" y="6679308"/>
            <a:ext cx="9007687" cy="122982"/>
          </a:xfrm>
          <a:prstGeom prst="rect">
            <a:avLst/>
          </a:prstGeom>
        </p:spPr>
        <p:txBody>
          <a:bodyPr wrap="square" lIns="0" tIns="0" rIns="0" bIns="0">
            <a:spAutoFit/>
          </a:bodyPr>
          <a:lstStyle>
            <a:lvl1pPr algn="l">
              <a:defRPr sz="799">
                <a:solidFill>
                  <a:schemeClr val="tx1"/>
                </a:solidFill>
              </a:defRPr>
            </a:lvl1pPr>
          </a:lstStyle>
          <a:p>
            <a:pPr defTabSz="914348">
              <a:defRPr/>
            </a:pPr>
            <a:r>
              <a:rPr kumimoji="1" lang="ja-JP" altLang="en-US" dirty="0">
                <a:solidFill>
                  <a:srgbClr val="000000"/>
                </a:solidFill>
              </a:rPr>
              <a:t>フッター情報（会議名・資料名）</a:t>
            </a:r>
          </a:p>
        </p:txBody>
      </p:sp>
      <p:sp>
        <p:nvSpPr>
          <p:cNvPr id="2" name="タイトル 47">
            <a:extLst>
              <a:ext uri="{FF2B5EF4-FFF2-40B4-BE49-F238E27FC236}">
                <a16:creationId xmlns:a16="http://schemas.microsoft.com/office/drawing/2014/main" id="{6E40ECA7-B3AC-20D6-5C27-A2ECDC45F1D1}"/>
              </a:ext>
            </a:extLst>
          </p:cNvPr>
          <p:cNvSpPr>
            <a:spLocks noGrp="1"/>
          </p:cNvSpPr>
          <p:nvPr>
            <p:ph type="title" hasCustomPrompt="1"/>
          </p:nvPr>
        </p:nvSpPr>
        <p:spPr bwMode="gray">
          <a:xfrm>
            <a:off x="227014" y="186499"/>
            <a:ext cx="10440000" cy="369332"/>
          </a:xfrm>
        </p:spPr>
        <p:txBody>
          <a:bodyPr wrap="square">
            <a:spAutoFit/>
          </a:bodyPr>
          <a:lstStyle>
            <a:lvl1pPr>
              <a:defRPr sz="2400" b="1">
                <a:solidFill>
                  <a:schemeClr val="bg1"/>
                </a:solidFill>
              </a:defRPr>
            </a:lvl1pPr>
          </a:lstStyle>
          <a:p>
            <a:r>
              <a:rPr kumimoji="1" lang="ja-JP" altLang="en-US" dirty="0"/>
              <a:t>タイトルを入力</a:t>
            </a:r>
          </a:p>
        </p:txBody>
      </p:sp>
      <p:sp>
        <p:nvSpPr>
          <p:cNvPr id="22" name="Slide Number Placeholder 5">
            <a:extLst>
              <a:ext uri="{FF2B5EF4-FFF2-40B4-BE49-F238E27FC236}">
                <a16:creationId xmlns:a16="http://schemas.microsoft.com/office/drawing/2014/main" id="{28EF8346-1798-6A6C-5B72-6A76D92E89A1}"/>
              </a:ext>
            </a:extLst>
          </p:cNvPr>
          <p:cNvSpPr txBox="1">
            <a:spLocks/>
          </p:cNvSpPr>
          <p:nvPr userDrawn="1"/>
        </p:nvSpPr>
        <p:spPr>
          <a:xfrm>
            <a:off x="11495579" y="6639914"/>
            <a:ext cx="536224" cy="193302"/>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tx1">
                    <a:tint val="75000"/>
                  </a:schemeClr>
                </a:solidFill>
                <a:latin typeface="Meiryo" panose="020B0604030504040204" pitchFamily="34" charset="-128"/>
                <a:ea typeface="Meiryo" panose="020B0604030504040204"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C21C582-D7CD-2142-91B3-496CA6F37900}" type="slidenum">
              <a:rPr kumimoji="1" lang="ja-JP" altLang="en-US" sz="1000" b="0" i="0" u="none" strike="noStrike" kern="1200" cap="none" spc="0" normalizeH="0" baseline="0" noProof="0" smtClean="0">
                <a:ln>
                  <a:noFill/>
                </a:ln>
                <a:solidFill>
                  <a:srgbClr val="000000"/>
                </a:solidFill>
                <a:effectLst/>
                <a:uLnTx/>
                <a:uFillTx/>
                <a:latin typeface="游ゴシック" panose="020B0400000000000000" pitchFamily="50" charset="-128"/>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1" lang="ja-JP" altLang="en-US" sz="10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pic>
        <p:nvPicPr>
          <p:cNvPr id="7" name="図 6" descr="ロゴ&#10;&#10;中程度の精度で自動的に生成された説明">
            <a:extLst>
              <a:ext uri="{FF2B5EF4-FFF2-40B4-BE49-F238E27FC236}">
                <a16:creationId xmlns:a16="http://schemas.microsoft.com/office/drawing/2014/main" id="{87B6AA8E-E8F7-2E30-193E-7B109D85E8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white">
          <a:xfrm>
            <a:off x="10902986" y="211973"/>
            <a:ext cx="1062000" cy="313905"/>
          </a:xfrm>
          <a:prstGeom prst="rect">
            <a:avLst/>
          </a:prstGeom>
        </p:spPr>
      </p:pic>
      <p:pic>
        <p:nvPicPr>
          <p:cNvPr id="10" name="図 9">
            <a:extLst>
              <a:ext uri="{FF2B5EF4-FFF2-40B4-BE49-F238E27FC236}">
                <a16:creationId xmlns:a16="http://schemas.microsoft.com/office/drawing/2014/main" id="{88B0B8AD-E666-5C66-E26F-94718FBF8E4E}"/>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668228" y="6691416"/>
            <a:ext cx="1776003" cy="90000"/>
          </a:xfrm>
          <a:prstGeom prst="rect">
            <a:avLst/>
          </a:prstGeom>
        </p:spPr>
      </p:pic>
      <p:cxnSp>
        <p:nvCxnSpPr>
          <p:cNvPr id="6" name="直線コネクタ 5">
            <a:extLst>
              <a:ext uri="{FF2B5EF4-FFF2-40B4-BE49-F238E27FC236}">
                <a16:creationId xmlns:a16="http://schemas.microsoft.com/office/drawing/2014/main" id="{4F29CCF1-313E-0A97-337E-D7D613FB5835}"/>
              </a:ext>
            </a:extLst>
          </p:cNvPr>
          <p:cNvCxnSpPr>
            <a:cxnSpLocks/>
          </p:cNvCxnSpPr>
          <p:nvPr userDrawn="1"/>
        </p:nvCxnSpPr>
        <p:spPr>
          <a:xfrm>
            <a:off x="11598275" y="6639914"/>
            <a:ext cx="0" cy="2226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0509464"/>
      </p:ext>
    </p:extLst>
  </p:cSld>
  <p:clrMapOvr>
    <a:masterClrMapping/>
  </p:clrMapOvr>
  <p:extLst>
    <p:ext uri="{DCECCB84-F9BA-43D5-87BE-67443E8EF086}">
      <p15:sldGuideLst xmlns:p15="http://schemas.microsoft.com/office/powerpoint/2012/main">
        <p15:guide id="1" pos="143" userDrawn="1">
          <p15:clr>
            <a:srgbClr val="FBAE40"/>
          </p15:clr>
        </p15:guide>
        <p15:guide id="2" pos="7537" userDrawn="1">
          <p15:clr>
            <a:srgbClr val="FBAE40"/>
          </p15:clr>
        </p15:guide>
        <p15:guide id="4" orient="horz" pos="618" userDrawn="1">
          <p15:clr>
            <a:srgbClr val="FBAE40"/>
          </p15:clr>
        </p15:guide>
        <p15:guide id="5" orient="horz" pos="3997" userDrawn="1">
          <p15:clr>
            <a:srgbClr val="FBAE40"/>
          </p15:clr>
        </p15:guide>
        <p15:guide id="6" pos="3840" userDrawn="1">
          <p15:clr>
            <a:srgbClr val="FBAE40"/>
          </p15:clr>
        </p15:guide>
        <p15:guide id="7" orient="horz" pos="14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基本_A_フッターなし">
    <p:bg>
      <p:bgPr>
        <a:solidFill>
          <a:schemeClr val="bg1"/>
        </a:soli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4845C2-EBC3-5FD0-C92C-260AB92A038E}"/>
              </a:ext>
            </a:extLst>
          </p:cNvPr>
          <p:cNvSpPr/>
          <p:nvPr userDrawn="1"/>
        </p:nvSpPr>
        <p:spPr>
          <a:xfrm>
            <a:off x="0" y="0"/>
            <a:ext cx="12192000" cy="720000"/>
          </a:xfrm>
          <a:prstGeom prst="rect">
            <a:avLst/>
          </a:prstGeom>
          <a:solidFill>
            <a:schemeClr val="tx1"/>
          </a:solidFill>
          <a:ln w="12700" cap="flat" cmpd="sng" algn="ctr">
            <a:noFill/>
            <a:prstDash val="solid"/>
            <a:miter lim="800000"/>
          </a:ln>
          <a:effectLst/>
        </p:spPr>
        <p:txBody>
          <a:bodyPr rtlCol="0" anchor="ctr"/>
          <a:lstStyle/>
          <a:p>
            <a:pPr marL="0" marR="0" lvl="0" indent="0" algn="ctr" defTabSz="457197"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endParaRPr>
          </a:p>
        </p:txBody>
      </p:sp>
      <p:sp>
        <p:nvSpPr>
          <p:cNvPr id="2" name="タイトル 47">
            <a:extLst>
              <a:ext uri="{FF2B5EF4-FFF2-40B4-BE49-F238E27FC236}">
                <a16:creationId xmlns:a16="http://schemas.microsoft.com/office/drawing/2014/main" id="{6E40ECA7-B3AC-20D6-5C27-A2ECDC45F1D1}"/>
              </a:ext>
            </a:extLst>
          </p:cNvPr>
          <p:cNvSpPr>
            <a:spLocks noGrp="1"/>
          </p:cNvSpPr>
          <p:nvPr>
            <p:ph type="title" hasCustomPrompt="1"/>
          </p:nvPr>
        </p:nvSpPr>
        <p:spPr bwMode="gray">
          <a:xfrm>
            <a:off x="227014" y="186499"/>
            <a:ext cx="10440000" cy="369332"/>
          </a:xfrm>
        </p:spPr>
        <p:txBody>
          <a:bodyPr wrap="square">
            <a:spAutoFit/>
          </a:bodyPr>
          <a:lstStyle>
            <a:lvl1pPr>
              <a:defRPr sz="2400" b="1">
                <a:solidFill>
                  <a:schemeClr val="bg1"/>
                </a:solidFill>
              </a:defRPr>
            </a:lvl1pPr>
          </a:lstStyle>
          <a:p>
            <a:r>
              <a:rPr kumimoji="1" lang="ja-JP" altLang="en-US" dirty="0"/>
              <a:t>タイトルを入力</a:t>
            </a:r>
          </a:p>
        </p:txBody>
      </p:sp>
      <p:sp>
        <p:nvSpPr>
          <p:cNvPr id="22" name="Slide Number Placeholder 5">
            <a:extLst>
              <a:ext uri="{FF2B5EF4-FFF2-40B4-BE49-F238E27FC236}">
                <a16:creationId xmlns:a16="http://schemas.microsoft.com/office/drawing/2014/main" id="{28EF8346-1798-6A6C-5B72-6A76D92E89A1}"/>
              </a:ext>
            </a:extLst>
          </p:cNvPr>
          <p:cNvSpPr txBox="1">
            <a:spLocks/>
          </p:cNvSpPr>
          <p:nvPr userDrawn="1"/>
        </p:nvSpPr>
        <p:spPr>
          <a:xfrm>
            <a:off x="11495579" y="6639914"/>
            <a:ext cx="536224" cy="193302"/>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tx1">
                    <a:tint val="75000"/>
                  </a:schemeClr>
                </a:solidFill>
                <a:latin typeface="Meiryo" panose="020B0604030504040204" pitchFamily="34" charset="-128"/>
                <a:ea typeface="Meiryo" panose="020B0604030504040204"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C21C582-D7CD-2142-91B3-496CA6F37900}" type="slidenum">
              <a:rPr kumimoji="1" lang="ja-JP" altLang="en-US" sz="1000" b="0" i="0" u="none" strike="noStrike" kern="1200" cap="none" spc="0" normalizeH="0" baseline="0" noProof="0" smtClean="0">
                <a:ln>
                  <a:noFill/>
                </a:ln>
                <a:solidFill>
                  <a:srgbClr val="000000"/>
                </a:solidFill>
                <a:effectLst/>
                <a:uLnTx/>
                <a:uFillTx/>
                <a:latin typeface="游ゴシック" panose="020B0400000000000000" pitchFamily="50" charset="-128"/>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1" lang="ja-JP" altLang="en-US" sz="10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pic>
        <p:nvPicPr>
          <p:cNvPr id="4" name="図 3" descr="ロゴ&#10;&#10;中程度の精度で自動的に生成された説明">
            <a:extLst>
              <a:ext uri="{FF2B5EF4-FFF2-40B4-BE49-F238E27FC236}">
                <a16:creationId xmlns:a16="http://schemas.microsoft.com/office/drawing/2014/main" id="{5A2949E0-FE0B-E86A-A3E1-B98EA0F478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white">
          <a:xfrm>
            <a:off x="10902986" y="211973"/>
            <a:ext cx="1062000" cy="313905"/>
          </a:xfrm>
          <a:prstGeom prst="rect">
            <a:avLst/>
          </a:prstGeom>
        </p:spPr>
      </p:pic>
    </p:spTree>
    <p:extLst>
      <p:ext uri="{BB962C8B-B14F-4D97-AF65-F5344CB8AC3E}">
        <p14:creationId xmlns:p14="http://schemas.microsoft.com/office/powerpoint/2010/main" val="3726528191"/>
      </p:ext>
    </p:extLst>
  </p:cSld>
  <p:clrMapOvr>
    <a:masterClrMapping/>
  </p:clrMapOvr>
  <p:extLst>
    <p:ext uri="{DCECCB84-F9BA-43D5-87BE-67443E8EF086}">
      <p15:sldGuideLst xmlns:p15="http://schemas.microsoft.com/office/powerpoint/2012/main">
        <p15:guide id="1" pos="143" userDrawn="1">
          <p15:clr>
            <a:srgbClr val="FBAE40"/>
          </p15:clr>
        </p15:guide>
        <p15:guide id="2" pos="7537" userDrawn="1">
          <p15:clr>
            <a:srgbClr val="FBAE40"/>
          </p15:clr>
        </p15:guide>
        <p15:guide id="4" orient="horz" pos="618" userDrawn="1">
          <p15:clr>
            <a:srgbClr val="FBAE40"/>
          </p15:clr>
        </p15:guide>
        <p15:guide id="5" orient="horz" pos="4133" userDrawn="1">
          <p15:clr>
            <a:srgbClr val="FBAE40"/>
          </p15:clr>
        </p15:guide>
        <p15:guide id="6" pos="3840" userDrawn="1">
          <p15:clr>
            <a:srgbClr val="FBAE40"/>
          </p15:clr>
        </p15:guide>
        <p15:guide id="7" orient="horz" pos="14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基本_B_フッターあり">
    <p:bg>
      <p:bgPr>
        <a:solidFill>
          <a:schemeClr val="bg1"/>
        </a:soli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4845C2-EBC3-5FD0-C92C-260AB92A038E}"/>
              </a:ext>
            </a:extLst>
          </p:cNvPr>
          <p:cNvSpPr/>
          <p:nvPr userDrawn="1"/>
        </p:nvSpPr>
        <p:spPr>
          <a:xfrm>
            <a:off x="0" y="0"/>
            <a:ext cx="12192000" cy="972000"/>
          </a:xfrm>
          <a:prstGeom prst="rect">
            <a:avLst/>
          </a:prstGeom>
          <a:solidFill>
            <a:schemeClr val="tx1"/>
          </a:solidFill>
          <a:ln w="12700" cap="flat" cmpd="sng" algn="ctr">
            <a:noFill/>
            <a:prstDash val="solid"/>
            <a:miter lim="800000"/>
          </a:ln>
          <a:effectLst/>
        </p:spPr>
        <p:txBody>
          <a:bodyPr rtlCol="0" anchor="ctr"/>
          <a:lstStyle/>
          <a:p>
            <a:pPr marL="0" marR="0" lvl="0" indent="0" algn="ctr" defTabSz="457197"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endParaRPr>
          </a:p>
        </p:txBody>
      </p:sp>
      <p:sp>
        <p:nvSpPr>
          <p:cNvPr id="6" name="タイトル 47">
            <a:extLst>
              <a:ext uri="{FF2B5EF4-FFF2-40B4-BE49-F238E27FC236}">
                <a16:creationId xmlns:a16="http://schemas.microsoft.com/office/drawing/2014/main" id="{884BC927-7B43-6B62-57A0-5BB1664A6C92}"/>
              </a:ext>
            </a:extLst>
          </p:cNvPr>
          <p:cNvSpPr>
            <a:spLocks noGrp="1"/>
          </p:cNvSpPr>
          <p:nvPr>
            <p:ph type="title" hasCustomPrompt="1"/>
          </p:nvPr>
        </p:nvSpPr>
        <p:spPr bwMode="gray">
          <a:xfrm>
            <a:off x="227013" y="457208"/>
            <a:ext cx="10440000" cy="369332"/>
          </a:xfrm>
        </p:spPr>
        <p:txBody>
          <a:bodyPr wrap="square">
            <a:noAutofit/>
          </a:bodyPr>
          <a:lstStyle>
            <a:lvl1pPr>
              <a:defRPr sz="2400" b="1">
                <a:solidFill>
                  <a:schemeClr val="bg1"/>
                </a:solidFill>
              </a:defRPr>
            </a:lvl1pPr>
          </a:lstStyle>
          <a:p>
            <a:r>
              <a:rPr kumimoji="1" lang="ja-JP" altLang="en-US" dirty="0"/>
              <a:t>タイトルを入力</a:t>
            </a:r>
          </a:p>
        </p:txBody>
      </p:sp>
      <p:sp>
        <p:nvSpPr>
          <p:cNvPr id="7" name="テキスト プレースホルダー 8">
            <a:extLst>
              <a:ext uri="{FF2B5EF4-FFF2-40B4-BE49-F238E27FC236}">
                <a16:creationId xmlns:a16="http://schemas.microsoft.com/office/drawing/2014/main" id="{600E0FB2-8827-9CD9-3CA2-BB3508F65561}"/>
              </a:ext>
            </a:extLst>
          </p:cNvPr>
          <p:cNvSpPr>
            <a:spLocks noGrp="1"/>
          </p:cNvSpPr>
          <p:nvPr>
            <p:ph type="body" sz="quarter" idx="12"/>
          </p:nvPr>
        </p:nvSpPr>
        <p:spPr bwMode="gray">
          <a:xfrm>
            <a:off x="227012" y="178328"/>
            <a:ext cx="10440000" cy="215444"/>
          </a:xfrm>
        </p:spPr>
        <p:txBody>
          <a:bodyPr wrap="square" lIns="0" tIns="0" rIns="0" bIns="0">
            <a:spAutoFit/>
          </a:bodyPr>
          <a:lstStyle>
            <a:lvl1pPr marL="0" indent="0">
              <a:lnSpc>
                <a:spcPct val="100000"/>
              </a:lnSpc>
              <a:spcBef>
                <a:spcPts val="0"/>
              </a:spcBef>
              <a:buFontTx/>
              <a:buNone/>
              <a:defRPr sz="1400" b="1">
                <a:solidFill>
                  <a:schemeClr val="bg1"/>
                </a:solidFill>
                <a:latin typeface="+mj-ea"/>
                <a:ea typeface="+mj-ea"/>
              </a:defRPr>
            </a:lvl1pPr>
            <a:lvl2pPr marL="457213" indent="0">
              <a:buFontTx/>
              <a:buNone/>
              <a:defRPr sz="900">
                <a:latin typeface="+mj-ea"/>
                <a:ea typeface="+mj-ea"/>
              </a:defRPr>
            </a:lvl2pPr>
            <a:lvl3pPr marL="914425" indent="0">
              <a:buFontTx/>
              <a:buNone/>
              <a:defRPr sz="900">
                <a:latin typeface="+mj-ea"/>
                <a:ea typeface="+mj-ea"/>
              </a:defRPr>
            </a:lvl3pPr>
            <a:lvl4pPr marL="1371638" indent="0">
              <a:buFontTx/>
              <a:buNone/>
              <a:defRPr sz="900">
                <a:latin typeface="+mj-ea"/>
                <a:ea typeface="+mj-ea"/>
              </a:defRPr>
            </a:lvl4pPr>
            <a:lvl5pPr marL="1828852" indent="0">
              <a:buFontTx/>
              <a:buNone/>
              <a:defRPr sz="900">
                <a:latin typeface="+mj-ea"/>
                <a:ea typeface="+mj-ea"/>
              </a:defRPr>
            </a:lvl5pPr>
          </a:lstStyle>
          <a:p>
            <a:pPr lvl="0"/>
            <a:endParaRPr kumimoji="1" lang="ja-JP" altLang="en-US" dirty="0"/>
          </a:p>
        </p:txBody>
      </p:sp>
      <p:pic>
        <p:nvPicPr>
          <p:cNvPr id="2" name="図 1" descr="ロゴ&#10;&#10;中程度の精度で自動的に生成された説明">
            <a:extLst>
              <a:ext uri="{FF2B5EF4-FFF2-40B4-BE49-F238E27FC236}">
                <a16:creationId xmlns:a16="http://schemas.microsoft.com/office/drawing/2014/main" id="{A3567978-1132-4E98-2498-13A62302893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white">
          <a:xfrm>
            <a:off x="10902986" y="211973"/>
            <a:ext cx="1062000" cy="313905"/>
          </a:xfrm>
          <a:prstGeom prst="rect">
            <a:avLst/>
          </a:prstGeom>
        </p:spPr>
      </p:pic>
      <p:sp>
        <p:nvSpPr>
          <p:cNvPr id="10" name="Slide Number Placeholder 5">
            <a:extLst>
              <a:ext uri="{FF2B5EF4-FFF2-40B4-BE49-F238E27FC236}">
                <a16:creationId xmlns:a16="http://schemas.microsoft.com/office/drawing/2014/main" id="{4D6FB8E7-94E4-7C11-6696-EA5C2EDB8924}"/>
              </a:ext>
            </a:extLst>
          </p:cNvPr>
          <p:cNvSpPr txBox="1">
            <a:spLocks/>
          </p:cNvSpPr>
          <p:nvPr userDrawn="1"/>
        </p:nvSpPr>
        <p:spPr>
          <a:xfrm>
            <a:off x="11495579" y="6639914"/>
            <a:ext cx="536224" cy="193302"/>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tx1">
                    <a:tint val="75000"/>
                  </a:schemeClr>
                </a:solidFill>
                <a:latin typeface="Meiryo" panose="020B0604030504040204" pitchFamily="34" charset="-128"/>
                <a:ea typeface="Meiryo" panose="020B0604030504040204"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C21C582-D7CD-2142-91B3-496CA6F37900}" type="slidenum">
              <a:rPr kumimoji="1" lang="ja-JP" altLang="en-US" sz="1000" b="0" i="0" u="none" strike="noStrike" kern="1200" cap="none" spc="0" normalizeH="0" baseline="0" noProof="0" smtClean="0">
                <a:ln>
                  <a:noFill/>
                </a:ln>
                <a:solidFill>
                  <a:srgbClr val="000000"/>
                </a:solidFill>
                <a:effectLst/>
                <a:uLnTx/>
                <a:uFillTx/>
                <a:latin typeface="游ゴシック" panose="020B0400000000000000" pitchFamily="50" charset="-128"/>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1" lang="ja-JP" altLang="en-US" sz="10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pic>
        <p:nvPicPr>
          <p:cNvPr id="11" name="図 10">
            <a:extLst>
              <a:ext uri="{FF2B5EF4-FFF2-40B4-BE49-F238E27FC236}">
                <a16:creationId xmlns:a16="http://schemas.microsoft.com/office/drawing/2014/main" id="{C3218873-50F6-6232-A80D-9142CAC6F0E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9668228" y="6691416"/>
            <a:ext cx="1776003" cy="90000"/>
          </a:xfrm>
          <a:prstGeom prst="rect">
            <a:avLst/>
          </a:prstGeom>
        </p:spPr>
      </p:pic>
      <p:cxnSp>
        <p:nvCxnSpPr>
          <p:cNvPr id="13" name="直線コネクタ 12">
            <a:extLst>
              <a:ext uri="{FF2B5EF4-FFF2-40B4-BE49-F238E27FC236}">
                <a16:creationId xmlns:a16="http://schemas.microsoft.com/office/drawing/2014/main" id="{362054BF-32D5-30BB-D6E6-9EFE56C2B9AD}"/>
              </a:ext>
            </a:extLst>
          </p:cNvPr>
          <p:cNvCxnSpPr>
            <a:cxnSpLocks/>
          </p:cNvCxnSpPr>
          <p:nvPr userDrawn="1"/>
        </p:nvCxnSpPr>
        <p:spPr>
          <a:xfrm>
            <a:off x="11598275" y="6639914"/>
            <a:ext cx="0" cy="22265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フッター プレースホルダー 4">
            <a:extLst>
              <a:ext uri="{FF2B5EF4-FFF2-40B4-BE49-F238E27FC236}">
                <a16:creationId xmlns:a16="http://schemas.microsoft.com/office/drawing/2014/main" id="{6E95FE0F-D181-4AB2-C946-9AA42253BEE2}"/>
              </a:ext>
            </a:extLst>
          </p:cNvPr>
          <p:cNvSpPr>
            <a:spLocks noGrp="1"/>
          </p:cNvSpPr>
          <p:nvPr>
            <p:ph type="ftr" sz="quarter" idx="11"/>
          </p:nvPr>
        </p:nvSpPr>
        <p:spPr>
          <a:xfrm>
            <a:off x="227013" y="6679308"/>
            <a:ext cx="9007687" cy="122982"/>
          </a:xfrm>
          <a:prstGeom prst="rect">
            <a:avLst/>
          </a:prstGeom>
        </p:spPr>
        <p:txBody>
          <a:bodyPr wrap="square" lIns="0" tIns="0" rIns="0" bIns="0">
            <a:spAutoFit/>
          </a:bodyPr>
          <a:lstStyle>
            <a:lvl1pPr algn="l">
              <a:defRPr sz="799">
                <a:solidFill>
                  <a:schemeClr val="tx1"/>
                </a:solidFill>
              </a:defRPr>
            </a:lvl1pPr>
          </a:lstStyle>
          <a:p>
            <a:pPr defTabSz="914348">
              <a:defRPr/>
            </a:pPr>
            <a:r>
              <a:rPr kumimoji="1" lang="ja-JP" altLang="en-US" dirty="0">
                <a:solidFill>
                  <a:srgbClr val="000000"/>
                </a:solidFill>
              </a:rPr>
              <a:t>フッター情報（会議名・資料名）</a:t>
            </a:r>
          </a:p>
        </p:txBody>
      </p:sp>
    </p:spTree>
    <p:extLst>
      <p:ext uri="{BB962C8B-B14F-4D97-AF65-F5344CB8AC3E}">
        <p14:creationId xmlns:p14="http://schemas.microsoft.com/office/powerpoint/2010/main" val="1183979078"/>
      </p:ext>
    </p:extLst>
  </p:cSld>
  <p:clrMapOvr>
    <a:masterClrMapping/>
  </p:clrMapOvr>
  <p:extLst>
    <p:ext uri="{DCECCB84-F9BA-43D5-87BE-67443E8EF086}">
      <p15:sldGuideLst xmlns:p15="http://schemas.microsoft.com/office/powerpoint/2012/main">
        <p15:guide id="1" pos="143" userDrawn="1">
          <p15:clr>
            <a:srgbClr val="FBAE40"/>
          </p15:clr>
        </p15:guide>
        <p15:guide id="2" pos="7537" userDrawn="1">
          <p15:clr>
            <a:srgbClr val="FBAE40"/>
          </p15:clr>
        </p15:guide>
        <p15:guide id="4" orient="horz" pos="777" userDrawn="1">
          <p15:clr>
            <a:srgbClr val="FBAE40"/>
          </p15:clr>
        </p15:guide>
        <p15:guide id="5" orient="horz" pos="3997" userDrawn="1">
          <p15:clr>
            <a:srgbClr val="FBAE40"/>
          </p15:clr>
        </p15:guide>
        <p15:guide id="6" pos="3840" userDrawn="1">
          <p15:clr>
            <a:srgbClr val="FBAE40"/>
          </p15:clr>
        </p15:guide>
        <p15:guide id="7" orient="horz" pos="14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基本_B_フッターなし">
    <p:bg>
      <p:bgPr>
        <a:solidFill>
          <a:schemeClr val="bg1"/>
        </a:solidFill>
        <a:effectLst/>
      </p:bgPr>
    </p:bg>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4845C2-EBC3-5FD0-C92C-260AB92A038E}"/>
              </a:ext>
            </a:extLst>
          </p:cNvPr>
          <p:cNvSpPr/>
          <p:nvPr userDrawn="1"/>
        </p:nvSpPr>
        <p:spPr>
          <a:xfrm>
            <a:off x="0" y="0"/>
            <a:ext cx="12192000" cy="972000"/>
          </a:xfrm>
          <a:prstGeom prst="rect">
            <a:avLst/>
          </a:prstGeom>
          <a:solidFill>
            <a:schemeClr val="tx1"/>
          </a:solidFill>
          <a:ln w="12700" cap="flat" cmpd="sng" algn="ctr">
            <a:noFill/>
            <a:prstDash val="solid"/>
            <a:miter lim="800000"/>
          </a:ln>
          <a:effectLst/>
        </p:spPr>
        <p:txBody>
          <a:bodyPr rtlCol="0" anchor="ctr"/>
          <a:lstStyle/>
          <a:p>
            <a:pPr marL="0" marR="0" lvl="0" indent="0" algn="ctr" defTabSz="457197" rtl="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prstClr val="white"/>
              </a:solidFill>
              <a:effectLst/>
              <a:uLnTx/>
              <a:uFillTx/>
              <a:latin typeface="游ゴシック" panose="020B0400000000000000" pitchFamily="50" charset="-128"/>
              <a:ea typeface="游ゴシック" panose="020B0400000000000000" pitchFamily="50" charset="-128"/>
              <a:cs typeface="+mn-cs"/>
            </a:endParaRPr>
          </a:p>
        </p:txBody>
      </p:sp>
      <p:sp>
        <p:nvSpPr>
          <p:cNvPr id="22" name="Slide Number Placeholder 5">
            <a:extLst>
              <a:ext uri="{FF2B5EF4-FFF2-40B4-BE49-F238E27FC236}">
                <a16:creationId xmlns:a16="http://schemas.microsoft.com/office/drawing/2014/main" id="{28EF8346-1798-6A6C-5B72-6A76D92E89A1}"/>
              </a:ext>
            </a:extLst>
          </p:cNvPr>
          <p:cNvSpPr txBox="1">
            <a:spLocks/>
          </p:cNvSpPr>
          <p:nvPr userDrawn="1"/>
        </p:nvSpPr>
        <p:spPr>
          <a:xfrm>
            <a:off x="11495579" y="6639914"/>
            <a:ext cx="536224" cy="193302"/>
          </a:xfrm>
          <a:prstGeom prst="rect">
            <a:avLst/>
          </a:prstGeom>
        </p:spPr>
        <p:txBody>
          <a:bodyPr vert="horz" lIns="91440" tIns="45720" rIns="91440" bIns="45720" rtlCol="0" anchor="ctr"/>
          <a:lstStyle>
            <a:defPPr>
              <a:defRPr lang="en-US"/>
            </a:defPPr>
            <a:lvl1pPr marL="0" algn="r" defTabSz="457200" rtl="0" eaLnBrk="1" latinLnBrk="0" hangingPunct="1">
              <a:defRPr sz="1200" b="1" kern="1200">
                <a:solidFill>
                  <a:schemeClr val="tx1">
                    <a:tint val="75000"/>
                  </a:schemeClr>
                </a:solidFill>
                <a:latin typeface="Meiryo" panose="020B0604030504040204" pitchFamily="34" charset="-128"/>
                <a:ea typeface="Meiryo" panose="020B0604030504040204" pitchFamily="34" charset="-128"/>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6C21C582-D7CD-2142-91B3-496CA6F37900}" type="slidenum">
              <a:rPr kumimoji="1" lang="ja-JP" altLang="en-US" sz="1000" b="0" i="0" u="none" strike="noStrike" kern="1200" cap="none" spc="0" normalizeH="0" baseline="0" noProof="0" smtClean="0">
                <a:ln>
                  <a:noFill/>
                </a:ln>
                <a:solidFill>
                  <a:srgbClr val="000000"/>
                </a:solidFill>
                <a:effectLst/>
                <a:uLnTx/>
                <a:uFillTx/>
                <a:latin typeface="游ゴシック" panose="020B0400000000000000" pitchFamily="50" charset="-128"/>
                <a:ea typeface="游ゴシック" panose="020B0400000000000000" pitchFamily="50" charset="-128"/>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1" lang="ja-JP" altLang="en-US" sz="1000"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sp>
        <p:nvSpPr>
          <p:cNvPr id="6" name="タイトル 47">
            <a:extLst>
              <a:ext uri="{FF2B5EF4-FFF2-40B4-BE49-F238E27FC236}">
                <a16:creationId xmlns:a16="http://schemas.microsoft.com/office/drawing/2014/main" id="{884BC927-7B43-6B62-57A0-5BB1664A6C92}"/>
              </a:ext>
            </a:extLst>
          </p:cNvPr>
          <p:cNvSpPr>
            <a:spLocks noGrp="1"/>
          </p:cNvSpPr>
          <p:nvPr>
            <p:ph type="title" hasCustomPrompt="1"/>
          </p:nvPr>
        </p:nvSpPr>
        <p:spPr bwMode="gray">
          <a:xfrm>
            <a:off x="227013" y="457208"/>
            <a:ext cx="10440000" cy="369332"/>
          </a:xfrm>
        </p:spPr>
        <p:txBody>
          <a:bodyPr wrap="square">
            <a:noAutofit/>
          </a:bodyPr>
          <a:lstStyle>
            <a:lvl1pPr>
              <a:defRPr sz="2400" b="1">
                <a:solidFill>
                  <a:schemeClr val="bg1"/>
                </a:solidFill>
              </a:defRPr>
            </a:lvl1pPr>
          </a:lstStyle>
          <a:p>
            <a:r>
              <a:rPr kumimoji="1" lang="ja-JP" altLang="en-US" dirty="0"/>
              <a:t>タイトルを入力</a:t>
            </a:r>
          </a:p>
        </p:txBody>
      </p:sp>
      <p:sp>
        <p:nvSpPr>
          <p:cNvPr id="7" name="テキスト プレースホルダー 8">
            <a:extLst>
              <a:ext uri="{FF2B5EF4-FFF2-40B4-BE49-F238E27FC236}">
                <a16:creationId xmlns:a16="http://schemas.microsoft.com/office/drawing/2014/main" id="{600E0FB2-8827-9CD9-3CA2-BB3508F65561}"/>
              </a:ext>
            </a:extLst>
          </p:cNvPr>
          <p:cNvSpPr>
            <a:spLocks noGrp="1"/>
          </p:cNvSpPr>
          <p:nvPr>
            <p:ph type="body" sz="quarter" idx="12"/>
          </p:nvPr>
        </p:nvSpPr>
        <p:spPr bwMode="gray">
          <a:xfrm>
            <a:off x="227012" y="178328"/>
            <a:ext cx="10440000" cy="215444"/>
          </a:xfrm>
        </p:spPr>
        <p:txBody>
          <a:bodyPr wrap="square" lIns="0" tIns="0" rIns="0" bIns="0">
            <a:spAutoFit/>
          </a:bodyPr>
          <a:lstStyle>
            <a:lvl1pPr marL="0" indent="0">
              <a:lnSpc>
                <a:spcPct val="100000"/>
              </a:lnSpc>
              <a:spcBef>
                <a:spcPts val="0"/>
              </a:spcBef>
              <a:buFontTx/>
              <a:buNone/>
              <a:defRPr sz="1400" b="1">
                <a:solidFill>
                  <a:schemeClr val="bg1"/>
                </a:solidFill>
                <a:latin typeface="+mj-ea"/>
                <a:ea typeface="+mj-ea"/>
              </a:defRPr>
            </a:lvl1pPr>
            <a:lvl2pPr marL="457213" indent="0">
              <a:buFontTx/>
              <a:buNone/>
              <a:defRPr sz="900">
                <a:latin typeface="+mj-ea"/>
                <a:ea typeface="+mj-ea"/>
              </a:defRPr>
            </a:lvl2pPr>
            <a:lvl3pPr marL="914425" indent="0">
              <a:buFontTx/>
              <a:buNone/>
              <a:defRPr sz="900">
                <a:latin typeface="+mj-ea"/>
                <a:ea typeface="+mj-ea"/>
              </a:defRPr>
            </a:lvl3pPr>
            <a:lvl4pPr marL="1371638" indent="0">
              <a:buFontTx/>
              <a:buNone/>
              <a:defRPr sz="900">
                <a:latin typeface="+mj-ea"/>
                <a:ea typeface="+mj-ea"/>
              </a:defRPr>
            </a:lvl4pPr>
            <a:lvl5pPr marL="1828852" indent="0">
              <a:buFontTx/>
              <a:buNone/>
              <a:defRPr sz="900">
                <a:latin typeface="+mj-ea"/>
                <a:ea typeface="+mj-ea"/>
              </a:defRPr>
            </a:lvl5pPr>
          </a:lstStyle>
          <a:p>
            <a:pPr lvl="0"/>
            <a:endParaRPr kumimoji="1" lang="ja-JP" altLang="en-US" dirty="0"/>
          </a:p>
        </p:txBody>
      </p:sp>
      <p:pic>
        <p:nvPicPr>
          <p:cNvPr id="2" name="図 1" descr="ロゴ&#10;&#10;中程度の精度で自動的に生成された説明">
            <a:extLst>
              <a:ext uri="{FF2B5EF4-FFF2-40B4-BE49-F238E27FC236}">
                <a16:creationId xmlns:a16="http://schemas.microsoft.com/office/drawing/2014/main" id="{EAE7503B-3A7A-4C2D-3415-F1ABB7FBB8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white">
          <a:xfrm>
            <a:off x="10902986" y="211973"/>
            <a:ext cx="1062000" cy="313905"/>
          </a:xfrm>
          <a:prstGeom prst="rect">
            <a:avLst/>
          </a:prstGeom>
        </p:spPr>
      </p:pic>
    </p:spTree>
    <p:extLst>
      <p:ext uri="{BB962C8B-B14F-4D97-AF65-F5344CB8AC3E}">
        <p14:creationId xmlns:p14="http://schemas.microsoft.com/office/powerpoint/2010/main" val="3037833216"/>
      </p:ext>
    </p:extLst>
  </p:cSld>
  <p:clrMapOvr>
    <a:masterClrMapping/>
  </p:clrMapOvr>
  <p:extLst>
    <p:ext uri="{DCECCB84-F9BA-43D5-87BE-67443E8EF086}">
      <p15:sldGuideLst xmlns:p15="http://schemas.microsoft.com/office/powerpoint/2012/main">
        <p15:guide id="1" pos="143" userDrawn="1">
          <p15:clr>
            <a:srgbClr val="FBAE40"/>
          </p15:clr>
        </p15:guide>
        <p15:guide id="2" pos="7537" userDrawn="1">
          <p15:clr>
            <a:srgbClr val="FBAE40"/>
          </p15:clr>
        </p15:guide>
        <p15:guide id="4" orient="horz" pos="777" userDrawn="1">
          <p15:clr>
            <a:srgbClr val="FBAE40"/>
          </p15:clr>
        </p15:guide>
        <p15:guide id="5" orient="horz" pos="4133" userDrawn="1">
          <p15:clr>
            <a:srgbClr val="FBAE40"/>
          </p15:clr>
        </p15:guide>
        <p15:guide id="6" pos="3840" userDrawn="1">
          <p15:clr>
            <a:srgbClr val="FBAE40"/>
          </p15:clr>
        </p15:guide>
        <p15:guide id="7" orient="horz" pos="142"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7437511D-B5F4-6123-9581-88F374DE512A}"/>
              </a:ext>
            </a:extLst>
          </p:cNvPr>
          <p:cNvSpPr>
            <a:spLocks noGrp="1"/>
          </p:cNvSpPr>
          <p:nvPr>
            <p:ph type="title"/>
          </p:nvPr>
        </p:nvSpPr>
        <p:spPr>
          <a:xfrm>
            <a:off x="423985" y="252004"/>
            <a:ext cx="10198840" cy="332399"/>
          </a:xfrm>
          <a:prstGeom prst="rect">
            <a:avLst/>
          </a:prstGeom>
        </p:spPr>
        <p:txBody>
          <a:bodyPr vert="horz" wrap="none" lIns="0" tIns="0" rIns="0" bIns="0" rtlCol="0" anchor="t">
            <a:no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5527E6B-B523-C3ED-307F-AE5BF78E19AD}"/>
              </a:ext>
            </a:extLst>
          </p:cNvPr>
          <p:cNvSpPr>
            <a:spLocks noGrp="1"/>
          </p:cNvSpPr>
          <p:nvPr>
            <p:ph type="body" idx="1"/>
          </p:nvPr>
        </p:nvSpPr>
        <p:spPr>
          <a:xfrm>
            <a:off x="423985" y="1825625"/>
            <a:ext cx="10929816"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スライド番号プレースホルダー 3">
            <a:extLst>
              <a:ext uri="{FF2B5EF4-FFF2-40B4-BE49-F238E27FC236}">
                <a16:creationId xmlns:a16="http://schemas.microsoft.com/office/drawing/2014/main" id="{55D4392D-65C7-E57F-6FF6-E8BF0C756AC1}"/>
              </a:ext>
            </a:extLst>
          </p:cNvPr>
          <p:cNvSpPr txBox="1">
            <a:spLocks/>
          </p:cNvSpPr>
          <p:nvPr userDrawn="1"/>
        </p:nvSpPr>
        <p:spPr>
          <a:xfrm>
            <a:off x="11619525" y="6102354"/>
            <a:ext cx="423984" cy="149225"/>
          </a:xfrm>
          <a:prstGeom prst="rect">
            <a:avLst/>
          </a:prstGeom>
        </p:spPr>
        <p:txBody>
          <a:bodyPr lIns="0" tIns="0" rIns="0" bIns="0"/>
          <a:lstStyle>
            <a:defPPr>
              <a:defRPr lang="ja-JP"/>
            </a:defPPr>
            <a:lvl1pPr marL="0" algn="ctr" defTabSz="914348" rtl="0" eaLnBrk="1" latinLnBrk="0" hangingPunct="1">
              <a:defRPr kumimoji="1" sz="800" b="0" kern="1200">
                <a:solidFill>
                  <a:schemeClr val="tx1"/>
                </a:solidFill>
                <a:latin typeface="+mn-lt"/>
                <a:ea typeface="+mn-ea"/>
                <a:cs typeface="+mn-cs"/>
              </a:defRPr>
            </a:lvl1pPr>
            <a:lvl2pPr marL="457174" algn="l" defTabSz="914348" rtl="0" eaLnBrk="1" latinLnBrk="0" hangingPunct="1">
              <a:defRPr kumimoji="1" sz="1800" kern="1200">
                <a:solidFill>
                  <a:schemeClr val="tx1"/>
                </a:solidFill>
                <a:latin typeface="+mn-lt"/>
                <a:ea typeface="+mn-ea"/>
                <a:cs typeface="+mn-cs"/>
              </a:defRPr>
            </a:lvl2pPr>
            <a:lvl3pPr marL="914348" algn="l" defTabSz="914348" rtl="0" eaLnBrk="1" latinLnBrk="0" hangingPunct="1">
              <a:defRPr kumimoji="1" sz="1800" kern="1200">
                <a:solidFill>
                  <a:schemeClr val="tx1"/>
                </a:solidFill>
                <a:latin typeface="+mn-lt"/>
                <a:ea typeface="+mn-ea"/>
                <a:cs typeface="+mn-cs"/>
              </a:defRPr>
            </a:lvl3pPr>
            <a:lvl4pPr marL="1371522" algn="l" defTabSz="914348" rtl="0" eaLnBrk="1" latinLnBrk="0" hangingPunct="1">
              <a:defRPr kumimoji="1" sz="1800" kern="1200">
                <a:solidFill>
                  <a:schemeClr val="tx1"/>
                </a:solidFill>
                <a:latin typeface="+mn-lt"/>
                <a:ea typeface="+mn-ea"/>
                <a:cs typeface="+mn-cs"/>
              </a:defRPr>
            </a:lvl4pPr>
            <a:lvl5pPr marL="1828696" algn="l" defTabSz="914348" rtl="0" eaLnBrk="1" latinLnBrk="0" hangingPunct="1">
              <a:defRPr kumimoji="1" sz="1800" kern="1200">
                <a:solidFill>
                  <a:schemeClr val="tx1"/>
                </a:solidFill>
                <a:latin typeface="+mn-lt"/>
                <a:ea typeface="+mn-ea"/>
                <a:cs typeface="+mn-cs"/>
              </a:defRPr>
            </a:lvl5pPr>
            <a:lvl6pPr marL="2285868" algn="l" defTabSz="914348" rtl="0" eaLnBrk="1" latinLnBrk="0" hangingPunct="1">
              <a:defRPr kumimoji="1" sz="1800" kern="1200">
                <a:solidFill>
                  <a:schemeClr val="tx1"/>
                </a:solidFill>
                <a:latin typeface="+mn-lt"/>
                <a:ea typeface="+mn-ea"/>
                <a:cs typeface="+mn-cs"/>
              </a:defRPr>
            </a:lvl6pPr>
            <a:lvl7pPr marL="2743042" algn="l" defTabSz="914348" rtl="0" eaLnBrk="1" latinLnBrk="0" hangingPunct="1">
              <a:defRPr kumimoji="1" sz="1800" kern="1200">
                <a:solidFill>
                  <a:schemeClr val="tx1"/>
                </a:solidFill>
                <a:latin typeface="+mn-lt"/>
                <a:ea typeface="+mn-ea"/>
                <a:cs typeface="+mn-cs"/>
              </a:defRPr>
            </a:lvl7pPr>
            <a:lvl8pPr marL="3200216" algn="l" defTabSz="914348" rtl="0" eaLnBrk="1" latinLnBrk="0" hangingPunct="1">
              <a:defRPr kumimoji="1" sz="1800" kern="1200">
                <a:solidFill>
                  <a:schemeClr val="tx1"/>
                </a:solidFill>
                <a:latin typeface="+mn-lt"/>
                <a:ea typeface="+mn-ea"/>
                <a:cs typeface="+mn-cs"/>
              </a:defRPr>
            </a:lvl8pPr>
            <a:lvl9pPr marL="3657390" algn="l" defTabSz="914348" rtl="0" eaLnBrk="1" latinLnBrk="0" hangingPunct="1">
              <a:defRPr kumimoji="1" sz="1800" kern="1200">
                <a:solidFill>
                  <a:schemeClr val="tx1"/>
                </a:solidFill>
                <a:latin typeface="+mn-lt"/>
                <a:ea typeface="+mn-ea"/>
                <a:cs typeface="+mn-cs"/>
              </a:defRPr>
            </a:lvl9pPr>
          </a:lstStyle>
          <a:p>
            <a:pPr marL="0" marR="0" lvl="0" indent="0" algn="ctr" defTabSz="914348" rtl="0" eaLnBrk="1" fontAlgn="auto" latinLnBrk="0" hangingPunct="1">
              <a:lnSpc>
                <a:spcPct val="100000"/>
              </a:lnSpc>
              <a:spcBef>
                <a:spcPts val="0"/>
              </a:spcBef>
              <a:spcAft>
                <a:spcPts val="0"/>
              </a:spcAft>
              <a:buClrTx/>
              <a:buSzTx/>
              <a:buFontTx/>
              <a:buNone/>
              <a:tabLst/>
              <a:defRPr/>
            </a:pPr>
            <a:endParaRPr kumimoji="1" lang="ja-JP" altLang="en-US" sz="799" b="0" i="0" u="none" strike="noStrike" kern="1200" cap="none" spc="0" normalizeH="0" baseline="0" noProof="0" dirty="0">
              <a:ln>
                <a:noFill/>
              </a:ln>
              <a:solidFill>
                <a:srgbClr val="000000"/>
              </a:solidFill>
              <a:effectLst/>
              <a:uLnTx/>
              <a:uFillTx/>
              <a:latin typeface="游ゴシック" panose="020B0400000000000000" pitchFamily="50" charset="-128"/>
              <a:ea typeface="游ゴシック" panose="020B0400000000000000" pitchFamily="50" charset="-128"/>
              <a:cs typeface="+mn-cs"/>
            </a:endParaRPr>
          </a:p>
        </p:txBody>
      </p:sp>
      <p:grpSp>
        <p:nvGrpSpPr>
          <p:cNvPr id="82" name="グループ化 81">
            <a:extLst>
              <a:ext uri="{FF2B5EF4-FFF2-40B4-BE49-F238E27FC236}">
                <a16:creationId xmlns:a16="http://schemas.microsoft.com/office/drawing/2014/main" id="{E242A0F0-79B0-4FE2-E199-D444ABB37165}"/>
              </a:ext>
            </a:extLst>
          </p:cNvPr>
          <p:cNvGrpSpPr/>
          <p:nvPr userDrawn="1"/>
        </p:nvGrpSpPr>
        <p:grpSpPr>
          <a:xfrm>
            <a:off x="12527615" y="0"/>
            <a:ext cx="3211201" cy="4528347"/>
            <a:chOff x="9395710" y="0"/>
            <a:chExt cx="3211201" cy="4528347"/>
          </a:xfrm>
        </p:grpSpPr>
        <p:sp>
          <p:nvSpPr>
            <p:cNvPr id="83" name="object 5">
              <a:extLst>
                <a:ext uri="{FF2B5EF4-FFF2-40B4-BE49-F238E27FC236}">
                  <a16:creationId xmlns:a16="http://schemas.microsoft.com/office/drawing/2014/main" id="{38AFB867-3B54-DC1B-0CDC-621511FC04DD}"/>
                </a:ext>
              </a:extLst>
            </p:cNvPr>
            <p:cNvSpPr txBox="1"/>
            <p:nvPr/>
          </p:nvSpPr>
          <p:spPr>
            <a:xfrm>
              <a:off x="9395712" y="109640"/>
              <a:ext cx="1550878" cy="169085"/>
            </a:xfrm>
            <a:prstGeom prst="rect">
              <a:avLst/>
            </a:prstGeom>
          </p:spPr>
          <p:txBody>
            <a:bodyPr vert="horz" wrap="square" lIns="0" tIns="0" rIns="0" bIns="0" rtlCol="0">
              <a:spAutoFit/>
            </a:bodyPr>
            <a:lstStyle/>
            <a:p>
              <a:pPr marL="12695">
                <a:lnSpc>
                  <a:spcPct val="120000"/>
                </a:lnSpc>
                <a:spcBef>
                  <a:spcPts val="100"/>
                </a:spcBef>
              </a:pPr>
              <a:r>
                <a:rPr lang="ja-JP" altLang="en-US" sz="1000" b="1">
                  <a:solidFill>
                    <a:srgbClr val="231F20"/>
                  </a:solidFill>
                  <a:latin typeface="+mn-ea"/>
                  <a:cs typeface="Gen Shin Gothic P Bold"/>
                </a:rPr>
                <a:t>メインカラー</a:t>
              </a:r>
              <a:endParaRPr lang="ja-JP" altLang="en-US" sz="1000" b="1">
                <a:latin typeface="+mn-ea"/>
                <a:cs typeface="Gen Shin Gothic P Regular"/>
              </a:endParaRPr>
            </a:p>
          </p:txBody>
        </p:sp>
        <p:cxnSp>
          <p:nvCxnSpPr>
            <p:cNvPr id="84" name="直線コネクタ 83">
              <a:extLst>
                <a:ext uri="{FF2B5EF4-FFF2-40B4-BE49-F238E27FC236}">
                  <a16:creationId xmlns:a16="http://schemas.microsoft.com/office/drawing/2014/main" id="{7B5FD272-F2FD-D178-EC47-745B91C197C8}"/>
                </a:ext>
              </a:extLst>
            </p:cNvPr>
            <p:cNvCxnSpPr>
              <a:cxnSpLocks/>
            </p:cNvCxnSpPr>
            <p:nvPr/>
          </p:nvCxnSpPr>
          <p:spPr>
            <a:xfrm>
              <a:off x="9395711" y="0"/>
              <a:ext cx="32112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object 11">
              <a:extLst>
                <a:ext uri="{FF2B5EF4-FFF2-40B4-BE49-F238E27FC236}">
                  <a16:creationId xmlns:a16="http://schemas.microsoft.com/office/drawing/2014/main" id="{BBFF1E8B-4893-F375-7EAB-D2D2B6C6DE64}"/>
                </a:ext>
              </a:extLst>
            </p:cNvPr>
            <p:cNvSpPr/>
            <p:nvPr/>
          </p:nvSpPr>
          <p:spPr>
            <a:xfrm>
              <a:off x="9395711" y="395768"/>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1"/>
            </a:solidFill>
          </p:spPr>
          <p:txBody>
            <a:bodyPr wrap="square" lIns="0" tIns="0" rIns="0" bIns="0" rtlCol="0" anchor="ctr" anchorCtr="0"/>
            <a:lstStyle/>
            <a:p>
              <a:pPr algn="ctr"/>
              <a:r>
                <a:rPr lang="en-US" altLang="ja-JP" sz="800" b="1">
                  <a:solidFill>
                    <a:schemeClr val="bg1"/>
                  </a:solidFill>
                  <a:latin typeface="+mn-ea"/>
                </a:rPr>
                <a:t>AIST RED</a:t>
              </a:r>
              <a:endParaRPr lang="ja-JP" altLang="en-US" sz="800" b="1">
                <a:solidFill>
                  <a:schemeClr val="bg1"/>
                </a:solidFill>
                <a:latin typeface="+mn-ea"/>
              </a:endParaRPr>
            </a:p>
          </p:txBody>
        </p:sp>
        <p:sp>
          <p:nvSpPr>
            <p:cNvPr id="86" name="object 11">
              <a:extLst>
                <a:ext uri="{FF2B5EF4-FFF2-40B4-BE49-F238E27FC236}">
                  <a16:creationId xmlns:a16="http://schemas.microsoft.com/office/drawing/2014/main" id="{193D095B-0187-C66C-3228-8CCC2C385E7B}"/>
                </a:ext>
              </a:extLst>
            </p:cNvPr>
            <p:cNvSpPr/>
            <p:nvPr/>
          </p:nvSpPr>
          <p:spPr>
            <a:xfrm>
              <a:off x="10226589" y="395768"/>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tx1"/>
            </a:solidFill>
          </p:spPr>
          <p:txBody>
            <a:bodyPr wrap="square" lIns="0" tIns="0" rIns="0" bIns="0" rtlCol="0" anchor="ctr" anchorCtr="0"/>
            <a:lstStyle/>
            <a:p>
              <a:pPr algn="ctr"/>
              <a:r>
                <a:rPr lang="en-US" altLang="ja-JP" sz="800" b="1" dirty="0">
                  <a:solidFill>
                    <a:schemeClr val="bg1"/>
                  </a:solidFill>
                  <a:latin typeface="+mn-ea"/>
                </a:rPr>
                <a:t>Black</a:t>
              </a:r>
              <a:endParaRPr lang="ja-JP" altLang="en-US" sz="800" b="1" dirty="0">
                <a:solidFill>
                  <a:schemeClr val="bg1"/>
                </a:solidFill>
                <a:latin typeface="+mn-ea"/>
              </a:endParaRPr>
            </a:p>
          </p:txBody>
        </p:sp>
        <p:sp>
          <p:nvSpPr>
            <p:cNvPr id="87" name="object 11">
              <a:extLst>
                <a:ext uri="{FF2B5EF4-FFF2-40B4-BE49-F238E27FC236}">
                  <a16:creationId xmlns:a16="http://schemas.microsoft.com/office/drawing/2014/main" id="{0A54C82F-E214-C9A1-B044-6B366486B942}"/>
                </a:ext>
              </a:extLst>
            </p:cNvPr>
            <p:cNvSpPr/>
            <p:nvPr/>
          </p:nvSpPr>
          <p:spPr>
            <a:xfrm>
              <a:off x="9395711" y="756159"/>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DC5A75"/>
            </a:solidFill>
          </p:spPr>
          <p:txBody>
            <a:bodyPr wrap="square" lIns="0" tIns="0" rIns="0" bIns="0" rtlCol="0" anchor="ctr" anchorCtr="0"/>
            <a:lstStyle/>
            <a:p>
              <a:pPr algn="ctr"/>
              <a:r>
                <a:rPr lang="ja-JP" altLang="en-US" sz="800" b="1">
                  <a:solidFill>
                    <a:schemeClr val="bg1"/>
                  </a:solidFill>
                  <a:latin typeface="+mn-ea"/>
                </a:rPr>
                <a:t>テキスト</a:t>
              </a:r>
            </a:p>
          </p:txBody>
        </p:sp>
        <p:sp>
          <p:nvSpPr>
            <p:cNvPr id="88" name="object 11">
              <a:extLst>
                <a:ext uri="{FF2B5EF4-FFF2-40B4-BE49-F238E27FC236}">
                  <a16:creationId xmlns:a16="http://schemas.microsoft.com/office/drawing/2014/main" id="{DBD2CA7C-B3FB-3073-A9CB-4C796D771B05}"/>
                </a:ext>
              </a:extLst>
            </p:cNvPr>
            <p:cNvSpPr/>
            <p:nvPr/>
          </p:nvSpPr>
          <p:spPr>
            <a:xfrm>
              <a:off x="10226589" y="756159"/>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tx1">
                <a:lumMod val="75000"/>
                <a:lumOff val="25000"/>
              </a:schemeClr>
            </a:solidFill>
          </p:spPr>
          <p:txBody>
            <a:bodyPr wrap="square" lIns="0" tIns="0" rIns="0" bIns="0" rtlCol="0" anchor="ctr" anchorCtr="0"/>
            <a:lstStyle/>
            <a:p>
              <a:pPr algn="ctr"/>
              <a:r>
                <a:rPr lang="ja-JP" altLang="en-US" sz="800" b="1">
                  <a:solidFill>
                    <a:schemeClr val="bg1"/>
                  </a:solidFill>
                  <a:latin typeface="+mn-ea"/>
                </a:rPr>
                <a:t>テキスト</a:t>
              </a:r>
            </a:p>
          </p:txBody>
        </p:sp>
        <p:sp>
          <p:nvSpPr>
            <p:cNvPr id="89" name="object 11">
              <a:extLst>
                <a:ext uri="{FF2B5EF4-FFF2-40B4-BE49-F238E27FC236}">
                  <a16:creationId xmlns:a16="http://schemas.microsoft.com/office/drawing/2014/main" id="{A8E1DE98-A82A-CEA7-E07C-E45C13FA0B08}"/>
                </a:ext>
              </a:extLst>
            </p:cNvPr>
            <p:cNvSpPr/>
            <p:nvPr/>
          </p:nvSpPr>
          <p:spPr>
            <a:xfrm>
              <a:off x="9395711" y="1116550"/>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1">
                <a:lumMod val="20000"/>
                <a:lumOff val="80000"/>
              </a:schemeClr>
            </a:solidFill>
          </p:spPr>
          <p:txBody>
            <a:bodyPr wrap="square" lIns="0" tIns="0" rIns="0" bIns="0" rtlCol="0" anchor="ctr" anchorCtr="0"/>
            <a:lstStyle/>
            <a:p>
              <a:pPr algn="ctr"/>
              <a:r>
                <a:rPr lang="ja-JP" altLang="en-US" sz="800" b="1">
                  <a:latin typeface="+mn-ea"/>
                </a:rPr>
                <a:t>テキスト</a:t>
              </a:r>
              <a:endParaRPr lang="en-US" altLang="ja-JP" sz="800" b="1" dirty="0">
                <a:latin typeface="+mn-ea"/>
              </a:endParaRPr>
            </a:p>
          </p:txBody>
        </p:sp>
        <p:sp>
          <p:nvSpPr>
            <p:cNvPr id="90" name="object 11">
              <a:extLst>
                <a:ext uri="{FF2B5EF4-FFF2-40B4-BE49-F238E27FC236}">
                  <a16:creationId xmlns:a16="http://schemas.microsoft.com/office/drawing/2014/main" id="{83BF5700-7C78-6C8C-6FC9-5FB0CA01FE3F}"/>
                </a:ext>
              </a:extLst>
            </p:cNvPr>
            <p:cNvSpPr/>
            <p:nvPr/>
          </p:nvSpPr>
          <p:spPr>
            <a:xfrm>
              <a:off x="10226589" y="1116550"/>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bg2">
                <a:lumMod val="90000"/>
              </a:schemeClr>
            </a:solidFill>
          </p:spPr>
          <p:txBody>
            <a:bodyPr wrap="square" lIns="0" tIns="0" rIns="0" bIns="0" rtlCol="0" anchor="ctr" anchorCtr="0"/>
            <a:lstStyle/>
            <a:p>
              <a:pPr algn="ctr"/>
              <a:r>
                <a:rPr lang="ja-JP" altLang="en-US" sz="800" b="1">
                  <a:latin typeface="+mn-ea"/>
                </a:rPr>
                <a:t>テキスト</a:t>
              </a:r>
            </a:p>
          </p:txBody>
        </p:sp>
        <p:sp>
          <p:nvSpPr>
            <p:cNvPr id="91" name="object 11">
              <a:extLst>
                <a:ext uri="{FF2B5EF4-FFF2-40B4-BE49-F238E27FC236}">
                  <a16:creationId xmlns:a16="http://schemas.microsoft.com/office/drawing/2014/main" id="{E2BF7B6C-9379-0E12-838A-B5AFA3ED96E3}"/>
                </a:ext>
              </a:extLst>
            </p:cNvPr>
            <p:cNvSpPr/>
            <p:nvPr/>
          </p:nvSpPr>
          <p:spPr>
            <a:xfrm>
              <a:off x="9395711" y="1476942"/>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FFE5EA"/>
            </a:solidFill>
          </p:spPr>
          <p:txBody>
            <a:bodyPr wrap="square" lIns="0" tIns="0" rIns="0" bIns="0" rtlCol="0" anchor="ctr" anchorCtr="0"/>
            <a:lstStyle/>
            <a:p>
              <a:pPr algn="ctr"/>
              <a:r>
                <a:rPr lang="ja-JP" altLang="en-US" sz="800" b="1">
                  <a:latin typeface="+mn-ea"/>
                </a:rPr>
                <a:t>テキスト</a:t>
              </a:r>
              <a:endParaRPr lang="en-US" altLang="ja-JP" sz="800" b="1" dirty="0">
                <a:latin typeface="+mn-ea"/>
              </a:endParaRPr>
            </a:p>
          </p:txBody>
        </p:sp>
        <p:sp>
          <p:nvSpPr>
            <p:cNvPr id="92" name="object 11">
              <a:extLst>
                <a:ext uri="{FF2B5EF4-FFF2-40B4-BE49-F238E27FC236}">
                  <a16:creationId xmlns:a16="http://schemas.microsoft.com/office/drawing/2014/main" id="{A2062A33-2FC3-7B94-8904-742D363FE83E}"/>
                </a:ext>
              </a:extLst>
            </p:cNvPr>
            <p:cNvSpPr/>
            <p:nvPr/>
          </p:nvSpPr>
          <p:spPr>
            <a:xfrm>
              <a:off x="10226589" y="1476942"/>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bg2"/>
            </a:solidFill>
          </p:spPr>
          <p:txBody>
            <a:bodyPr wrap="square" lIns="0" tIns="0" rIns="0" bIns="0" rtlCol="0" anchor="ctr" anchorCtr="0"/>
            <a:lstStyle/>
            <a:p>
              <a:pPr algn="ctr"/>
              <a:r>
                <a:rPr lang="ja-JP" altLang="en-US" sz="800" b="1">
                  <a:latin typeface="+mn-ea"/>
                </a:rPr>
                <a:t>テキスト</a:t>
              </a:r>
            </a:p>
          </p:txBody>
        </p:sp>
        <p:grpSp>
          <p:nvGrpSpPr>
            <p:cNvPr id="93" name="グループ化 92">
              <a:extLst>
                <a:ext uri="{FF2B5EF4-FFF2-40B4-BE49-F238E27FC236}">
                  <a16:creationId xmlns:a16="http://schemas.microsoft.com/office/drawing/2014/main" id="{2B6531B5-0433-FF2D-6C2E-0829A1083490}"/>
                </a:ext>
              </a:extLst>
            </p:cNvPr>
            <p:cNvGrpSpPr/>
            <p:nvPr userDrawn="1"/>
          </p:nvGrpSpPr>
          <p:grpSpPr>
            <a:xfrm>
              <a:off x="9395710" y="3445186"/>
              <a:ext cx="3211200" cy="1083161"/>
              <a:chOff x="9395710" y="3445186"/>
              <a:chExt cx="3211200" cy="1083161"/>
            </a:xfrm>
          </p:grpSpPr>
          <p:cxnSp>
            <p:nvCxnSpPr>
              <p:cNvPr id="106" name="直線コネクタ 105">
                <a:extLst>
                  <a:ext uri="{FF2B5EF4-FFF2-40B4-BE49-F238E27FC236}">
                    <a16:creationId xmlns:a16="http://schemas.microsoft.com/office/drawing/2014/main" id="{8826A206-6285-0B3F-A82B-61B2A22816BE}"/>
                  </a:ext>
                </a:extLst>
              </p:cNvPr>
              <p:cNvCxnSpPr>
                <a:cxnSpLocks/>
              </p:cNvCxnSpPr>
              <p:nvPr/>
            </p:nvCxnSpPr>
            <p:spPr>
              <a:xfrm>
                <a:off x="9395710" y="3445186"/>
                <a:ext cx="32112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7" name="グループ化 106">
                <a:extLst>
                  <a:ext uri="{FF2B5EF4-FFF2-40B4-BE49-F238E27FC236}">
                    <a16:creationId xmlns:a16="http://schemas.microsoft.com/office/drawing/2014/main" id="{5A10ED40-EEF2-52B4-B56D-458A4DE45653}"/>
                  </a:ext>
                </a:extLst>
              </p:cNvPr>
              <p:cNvGrpSpPr/>
              <p:nvPr/>
            </p:nvGrpSpPr>
            <p:grpSpPr>
              <a:xfrm>
                <a:off x="9395711" y="3554826"/>
                <a:ext cx="3210592" cy="973521"/>
                <a:chOff x="9395711" y="3554826"/>
                <a:chExt cx="3210592" cy="973521"/>
              </a:xfrm>
            </p:grpSpPr>
            <p:sp>
              <p:nvSpPr>
                <p:cNvPr id="108" name="object 5">
                  <a:extLst>
                    <a:ext uri="{FF2B5EF4-FFF2-40B4-BE49-F238E27FC236}">
                      <a16:creationId xmlns:a16="http://schemas.microsoft.com/office/drawing/2014/main" id="{6C440E25-4C01-20C6-6368-CE32676F9E7F}"/>
                    </a:ext>
                  </a:extLst>
                </p:cNvPr>
                <p:cNvSpPr txBox="1"/>
                <p:nvPr userDrawn="1"/>
              </p:nvSpPr>
              <p:spPr>
                <a:xfrm>
                  <a:off x="9395712" y="3554826"/>
                  <a:ext cx="1550878" cy="169085"/>
                </a:xfrm>
                <a:prstGeom prst="rect">
                  <a:avLst/>
                </a:prstGeom>
              </p:spPr>
              <p:txBody>
                <a:bodyPr vert="horz" wrap="square" lIns="0" tIns="0" rIns="0" bIns="0" rtlCol="0">
                  <a:spAutoFit/>
                </a:bodyPr>
                <a:lstStyle/>
                <a:p>
                  <a:pPr marL="12695">
                    <a:lnSpc>
                      <a:spcPct val="120000"/>
                    </a:lnSpc>
                    <a:spcBef>
                      <a:spcPts val="100"/>
                    </a:spcBef>
                  </a:pPr>
                  <a:r>
                    <a:rPr lang="ja-JP" altLang="en-US" sz="1000" b="1">
                      <a:solidFill>
                        <a:srgbClr val="231F20"/>
                      </a:solidFill>
                      <a:latin typeface="+mn-ea"/>
                      <a:cs typeface="Gen Shin Gothic P Bold"/>
                    </a:rPr>
                    <a:t>領域カラー</a:t>
                  </a:r>
                  <a:endParaRPr lang="ja-JP" altLang="en-US" sz="1000" b="1">
                    <a:latin typeface="+mn-ea"/>
                    <a:cs typeface="Gen Shin Gothic P Regular"/>
                  </a:endParaRPr>
                </a:p>
              </p:txBody>
            </p:sp>
            <p:sp>
              <p:nvSpPr>
                <p:cNvPr id="109" name="object 11">
                  <a:extLst>
                    <a:ext uri="{FF2B5EF4-FFF2-40B4-BE49-F238E27FC236}">
                      <a16:creationId xmlns:a16="http://schemas.microsoft.com/office/drawing/2014/main" id="{CA27CB65-EEA6-95BE-96AB-AEF7445D2539}"/>
                    </a:ext>
                  </a:extLst>
                </p:cNvPr>
                <p:cNvSpPr/>
                <p:nvPr userDrawn="1"/>
              </p:nvSpPr>
              <p:spPr>
                <a:xfrm>
                  <a:off x="9395711" y="3840954"/>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8EB510"/>
                </a:solidFill>
              </p:spPr>
              <p:txBody>
                <a:bodyPr wrap="square" lIns="0" tIns="0" rIns="0" bIns="0" rtlCol="0" anchor="ctr" anchorCtr="0"/>
                <a:lstStyle/>
                <a:p>
                  <a:pPr algn="ctr"/>
                  <a:r>
                    <a:rPr lang="ja-JP" altLang="en-US" sz="800" b="1">
                      <a:solidFill>
                        <a:schemeClr val="bg1"/>
                      </a:solidFill>
                      <a:latin typeface="+mn-ea"/>
                    </a:rPr>
                    <a:t>エネ・環境</a:t>
                  </a:r>
                </a:p>
              </p:txBody>
            </p:sp>
            <p:sp>
              <p:nvSpPr>
                <p:cNvPr id="110" name="object 11">
                  <a:extLst>
                    <a:ext uri="{FF2B5EF4-FFF2-40B4-BE49-F238E27FC236}">
                      <a16:creationId xmlns:a16="http://schemas.microsoft.com/office/drawing/2014/main" id="{CCA95E4B-EB86-B112-0498-6E5EAB74FE23}"/>
                    </a:ext>
                  </a:extLst>
                </p:cNvPr>
                <p:cNvSpPr/>
                <p:nvPr userDrawn="1"/>
              </p:nvSpPr>
              <p:spPr>
                <a:xfrm>
                  <a:off x="10226589" y="3840954"/>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E03075"/>
                </a:solidFill>
              </p:spPr>
              <p:txBody>
                <a:bodyPr wrap="square" lIns="0" tIns="0" rIns="0" bIns="0" rtlCol="0" anchor="ctr" anchorCtr="0"/>
                <a:lstStyle/>
                <a:p>
                  <a:pPr algn="ctr"/>
                  <a:r>
                    <a:rPr lang="ja-JP" altLang="en-US" sz="800" b="1">
                      <a:solidFill>
                        <a:schemeClr val="bg1"/>
                      </a:solidFill>
                      <a:latin typeface="+mn-ea"/>
                    </a:rPr>
                    <a:t>生命工学</a:t>
                  </a:r>
                </a:p>
              </p:txBody>
            </p:sp>
            <p:sp>
              <p:nvSpPr>
                <p:cNvPr id="111" name="object 11">
                  <a:extLst>
                    <a:ext uri="{FF2B5EF4-FFF2-40B4-BE49-F238E27FC236}">
                      <a16:creationId xmlns:a16="http://schemas.microsoft.com/office/drawing/2014/main" id="{3230A377-331E-CDD0-5C13-5FA02CFD1A98}"/>
                    </a:ext>
                  </a:extLst>
                </p:cNvPr>
                <p:cNvSpPr/>
                <p:nvPr userDrawn="1"/>
              </p:nvSpPr>
              <p:spPr>
                <a:xfrm>
                  <a:off x="11056446" y="3840954"/>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008E6E"/>
                </a:solidFill>
              </p:spPr>
              <p:txBody>
                <a:bodyPr wrap="square" lIns="0" tIns="0" rIns="0" bIns="0" rtlCol="0" anchor="ctr" anchorCtr="0"/>
                <a:lstStyle/>
                <a:p>
                  <a:pPr algn="ctr"/>
                  <a:r>
                    <a:rPr lang="ja-JP" altLang="en-US" sz="800" b="1">
                      <a:solidFill>
                        <a:schemeClr val="bg1"/>
                      </a:solidFill>
                      <a:latin typeface="+mn-ea"/>
                    </a:rPr>
                    <a:t>情報・人間</a:t>
                  </a:r>
                </a:p>
              </p:txBody>
            </p:sp>
            <p:sp>
              <p:nvSpPr>
                <p:cNvPr id="112" name="object 11">
                  <a:extLst>
                    <a:ext uri="{FF2B5EF4-FFF2-40B4-BE49-F238E27FC236}">
                      <a16:creationId xmlns:a16="http://schemas.microsoft.com/office/drawing/2014/main" id="{3F1313BD-064E-7CDA-48B0-DA9B9F58471D}"/>
                    </a:ext>
                  </a:extLst>
                </p:cNvPr>
                <p:cNvSpPr/>
                <p:nvPr userDrawn="1"/>
              </p:nvSpPr>
              <p:spPr>
                <a:xfrm>
                  <a:off x="11886303" y="3840954"/>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AE308C"/>
                </a:solidFill>
              </p:spPr>
              <p:txBody>
                <a:bodyPr wrap="square" lIns="0" tIns="0" rIns="0" bIns="0" rtlCol="0" anchor="ctr" anchorCtr="0"/>
                <a:lstStyle/>
                <a:p>
                  <a:pPr algn="ctr"/>
                  <a:r>
                    <a:rPr lang="ja-JP" altLang="en-US" sz="800" b="1">
                      <a:solidFill>
                        <a:schemeClr val="bg1"/>
                      </a:solidFill>
                      <a:latin typeface="+mn-ea"/>
                    </a:rPr>
                    <a:t>材料・化学</a:t>
                  </a:r>
                </a:p>
              </p:txBody>
            </p:sp>
            <p:sp>
              <p:nvSpPr>
                <p:cNvPr id="113" name="object 11">
                  <a:extLst>
                    <a:ext uri="{FF2B5EF4-FFF2-40B4-BE49-F238E27FC236}">
                      <a16:creationId xmlns:a16="http://schemas.microsoft.com/office/drawing/2014/main" id="{780CED4A-4BFD-784F-5A42-E35679E7B967}"/>
                    </a:ext>
                  </a:extLst>
                </p:cNvPr>
                <p:cNvSpPr/>
                <p:nvPr userDrawn="1"/>
              </p:nvSpPr>
              <p:spPr>
                <a:xfrm>
                  <a:off x="9395711" y="4205521"/>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006FBC"/>
                </a:solidFill>
              </p:spPr>
              <p:txBody>
                <a:bodyPr wrap="square" lIns="0" tIns="0" rIns="0" bIns="0" rtlCol="0" anchor="ctr" anchorCtr="0"/>
                <a:lstStyle/>
                <a:p>
                  <a:pPr algn="ctr"/>
                  <a:r>
                    <a:rPr lang="ja-JP" altLang="en-US" sz="800" b="1">
                      <a:solidFill>
                        <a:schemeClr val="bg1"/>
                      </a:solidFill>
                      <a:latin typeface="+mn-ea"/>
                    </a:rPr>
                    <a:t>エレ・製造</a:t>
                  </a:r>
                </a:p>
              </p:txBody>
            </p:sp>
            <p:sp>
              <p:nvSpPr>
                <p:cNvPr id="114" name="object 11">
                  <a:extLst>
                    <a:ext uri="{FF2B5EF4-FFF2-40B4-BE49-F238E27FC236}">
                      <a16:creationId xmlns:a16="http://schemas.microsoft.com/office/drawing/2014/main" id="{8F8329FF-0F3B-6B95-A1E1-7EC04A7EB425}"/>
                    </a:ext>
                  </a:extLst>
                </p:cNvPr>
                <p:cNvSpPr/>
                <p:nvPr userDrawn="1"/>
              </p:nvSpPr>
              <p:spPr>
                <a:xfrm>
                  <a:off x="10226589" y="4205521"/>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CB4D00"/>
                </a:solidFill>
              </p:spPr>
              <p:txBody>
                <a:bodyPr wrap="square" lIns="0" tIns="0" rIns="0" bIns="0" rtlCol="0" anchor="ctr" anchorCtr="0"/>
                <a:lstStyle/>
                <a:p>
                  <a:pPr algn="ctr"/>
                  <a:r>
                    <a:rPr lang="ja-JP" altLang="en-US" sz="800" b="1">
                      <a:solidFill>
                        <a:schemeClr val="bg1"/>
                      </a:solidFill>
                      <a:latin typeface="+mn-ea"/>
                    </a:rPr>
                    <a:t>地質調査</a:t>
                  </a:r>
                </a:p>
              </p:txBody>
            </p:sp>
            <p:sp>
              <p:nvSpPr>
                <p:cNvPr id="115" name="object 11">
                  <a:extLst>
                    <a:ext uri="{FF2B5EF4-FFF2-40B4-BE49-F238E27FC236}">
                      <a16:creationId xmlns:a16="http://schemas.microsoft.com/office/drawing/2014/main" id="{D13DF577-0FBC-3685-C2A6-9E1AE10525F3}"/>
                    </a:ext>
                  </a:extLst>
                </p:cNvPr>
                <p:cNvSpPr/>
                <p:nvPr userDrawn="1"/>
              </p:nvSpPr>
              <p:spPr>
                <a:xfrm>
                  <a:off x="11886303" y="4205521"/>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26B7BC"/>
                </a:solidFill>
              </p:spPr>
              <p:txBody>
                <a:bodyPr wrap="square" lIns="0" tIns="0" rIns="0" bIns="0" rtlCol="0" anchor="ctr" anchorCtr="0"/>
                <a:lstStyle/>
                <a:p>
                  <a:pPr algn="ctr"/>
                  <a:r>
                    <a:rPr lang="ja-JP" altLang="en-US" sz="800" b="1">
                      <a:solidFill>
                        <a:schemeClr val="bg1"/>
                      </a:solidFill>
                      <a:latin typeface="+mn-ea"/>
                    </a:rPr>
                    <a:t>量子・</a:t>
                  </a:r>
                  <a:r>
                    <a:rPr lang="en-US" altLang="ja-JP" sz="800" b="1" dirty="0">
                      <a:solidFill>
                        <a:schemeClr val="bg1"/>
                      </a:solidFill>
                      <a:latin typeface="+mn-ea"/>
                    </a:rPr>
                    <a:t>AI</a:t>
                  </a:r>
                  <a:endParaRPr lang="ja-JP" altLang="en-US" sz="800" b="1">
                    <a:solidFill>
                      <a:schemeClr val="bg1"/>
                    </a:solidFill>
                    <a:latin typeface="+mn-ea"/>
                  </a:endParaRPr>
                </a:p>
              </p:txBody>
            </p:sp>
            <p:grpSp>
              <p:nvGrpSpPr>
                <p:cNvPr id="116" name="グループ化 115">
                  <a:extLst>
                    <a:ext uri="{FF2B5EF4-FFF2-40B4-BE49-F238E27FC236}">
                      <a16:creationId xmlns:a16="http://schemas.microsoft.com/office/drawing/2014/main" id="{1DEE15FA-7F93-DAB6-A862-035A3A691AC2}"/>
                    </a:ext>
                  </a:extLst>
                </p:cNvPr>
                <p:cNvGrpSpPr/>
                <p:nvPr userDrawn="1"/>
              </p:nvGrpSpPr>
              <p:grpSpPr>
                <a:xfrm>
                  <a:off x="11056446" y="4205521"/>
                  <a:ext cx="720000" cy="322826"/>
                  <a:chOff x="9395711" y="4570088"/>
                  <a:chExt cx="720000" cy="322826"/>
                </a:xfrm>
              </p:grpSpPr>
              <p:grpSp>
                <p:nvGrpSpPr>
                  <p:cNvPr id="117" name="グループ化 116">
                    <a:extLst>
                      <a:ext uri="{FF2B5EF4-FFF2-40B4-BE49-F238E27FC236}">
                        <a16:creationId xmlns:a16="http://schemas.microsoft.com/office/drawing/2014/main" id="{E2EB1D52-350E-75D8-A189-800DFDB98E5D}"/>
                      </a:ext>
                    </a:extLst>
                  </p:cNvPr>
                  <p:cNvGrpSpPr/>
                  <p:nvPr userDrawn="1"/>
                </p:nvGrpSpPr>
                <p:grpSpPr>
                  <a:xfrm>
                    <a:off x="9395711" y="4570088"/>
                    <a:ext cx="720000" cy="322826"/>
                    <a:chOff x="9395711" y="5551163"/>
                    <a:chExt cx="720000" cy="645652"/>
                  </a:xfrm>
                </p:grpSpPr>
                <p:sp>
                  <p:nvSpPr>
                    <p:cNvPr id="119" name="object 11">
                      <a:extLst>
                        <a:ext uri="{FF2B5EF4-FFF2-40B4-BE49-F238E27FC236}">
                          <a16:creationId xmlns:a16="http://schemas.microsoft.com/office/drawing/2014/main" id="{386C4DED-E5A8-F8B9-6D82-A9401D00E4FF}"/>
                        </a:ext>
                      </a:extLst>
                    </p:cNvPr>
                    <p:cNvSpPr/>
                    <p:nvPr userDrawn="1"/>
                  </p:nvSpPr>
                  <p:spPr>
                    <a:xfrm>
                      <a:off x="9395711" y="555116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00A95C"/>
                    </a:solidFill>
                  </p:spPr>
                  <p:txBody>
                    <a:bodyPr wrap="square" lIns="0" tIns="0" rIns="0" bIns="0" rtlCol="0" anchor="ctr" anchorCtr="0"/>
                    <a:lstStyle/>
                    <a:p>
                      <a:pPr algn="ctr"/>
                      <a:endParaRPr lang="ja-JP" altLang="en-US" sz="800" b="1">
                        <a:solidFill>
                          <a:schemeClr val="bg1"/>
                        </a:solidFill>
                        <a:latin typeface="+mn-ea"/>
                      </a:endParaRPr>
                    </a:p>
                  </p:txBody>
                </p:sp>
                <p:sp>
                  <p:nvSpPr>
                    <p:cNvPr id="120" name="object 11">
                      <a:extLst>
                        <a:ext uri="{FF2B5EF4-FFF2-40B4-BE49-F238E27FC236}">
                          <a16:creationId xmlns:a16="http://schemas.microsoft.com/office/drawing/2014/main" id="{612BF0F3-66DF-C06E-6D48-20480CB90C18}"/>
                        </a:ext>
                      </a:extLst>
                    </p:cNvPr>
                    <p:cNvSpPr/>
                    <p:nvPr userDrawn="1"/>
                  </p:nvSpPr>
                  <p:spPr>
                    <a:xfrm>
                      <a:off x="9395711" y="5873989"/>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0092D7"/>
                    </a:solidFill>
                  </p:spPr>
                  <p:txBody>
                    <a:bodyPr wrap="square" lIns="0" tIns="0" rIns="0" bIns="0" rtlCol="0" anchor="ctr" anchorCtr="0"/>
                    <a:lstStyle/>
                    <a:p>
                      <a:pPr algn="ctr"/>
                      <a:endParaRPr lang="ja-JP" altLang="en-US" sz="800" b="1">
                        <a:solidFill>
                          <a:schemeClr val="bg1"/>
                        </a:solidFill>
                        <a:latin typeface="+mn-ea"/>
                      </a:endParaRPr>
                    </a:p>
                  </p:txBody>
                </p:sp>
              </p:grpSp>
              <p:sp>
                <p:nvSpPr>
                  <p:cNvPr id="118" name="object 11">
                    <a:extLst>
                      <a:ext uri="{FF2B5EF4-FFF2-40B4-BE49-F238E27FC236}">
                        <a16:creationId xmlns:a16="http://schemas.microsoft.com/office/drawing/2014/main" id="{571D184E-0292-09FC-03A0-01DBA56AC04D}"/>
                      </a:ext>
                    </a:extLst>
                  </p:cNvPr>
                  <p:cNvSpPr/>
                  <p:nvPr userDrawn="1"/>
                </p:nvSpPr>
                <p:spPr>
                  <a:xfrm>
                    <a:off x="9395711" y="4663046"/>
                    <a:ext cx="720000" cy="136910"/>
                  </a:xfrm>
                  <a:custGeom>
                    <a:avLst/>
                    <a:gdLst/>
                    <a:ahLst/>
                    <a:cxnLst/>
                    <a:rect l="l" t="t" r="r" b="b"/>
                    <a:pathLst>
                      <a:path w="900430" h="900430">
                        <a:moveTo>
                          <a:pt x="0" y="899998"/>
                        </a:moveTo>
                        <a:lnTo>
                          <a:pt x="899998" y="899998"/>
                        </a:lnTo>
                        <a:lnTo>
                          <a:pt x="899998" y="0"/>
                        </a:lnTo>
                        <a:lnTo>
                          <a:pt x="0" y="0"/>
                        </a:lnTo>
                        <a:lnTo>
                          <a:pt x="0" y="899998"/>
                        </a:lnTo>
                        <a:close/>
                      </a:path>
                    </a:pathLst>
                  </a:custGeom>
                  <a:noFill/>
                </p:spPr>
                <p:txBody>
                  <a:bodyPr wrap="square" lIns="0" tIns="0" rIns="0" bIns="0" rtlCol="0" anchor="ctr" anchorCtr="0"/>
                  <a:lstStyle/>
                  <a:p>
                    <a:pPr algn="ctr"/>
                    <a:r>
                      <a:rPr lang="ja-JP" altLang="en-US" sz="800" b="1">
                        <a:solidFill>
                          <a:schemeClr val="bg1"/>
                        </a:solidFill>
                        <a:latin typeface="+mn-ea"/>
                      </a:rPr>
                      <a:t>計量標準</a:t>
                    </a:r>
                  </a:p>
                </p:txBody>
              </p:sp>
            </p:grpSp>
          </p:grpSp>
        </p:grpSp>
        <p:grpSp>
          <p:nvGrpSpPr>
            <p:cNvPr id="94" name="グループ化 93">
              <a:extLst>
                <a:ext uri="{FF2B5EF4-FFF2-40B4-BE49-F238E27FC236}">
                  <a16:creationId xmlns:a16="http://schemas.microsoft.com/office/drawing/2014/main" id="{A1B54C8E-A2D6-21B3-451F-A97C2C8F2470}"/>
                </a:ext>
              </a:extLst>
            </p:cNvPr>
            <p:cNvGrpSpPr/>
            <p:nvPr/>
          </p:nvGrpSpPr>
          <p:grpSpPr>
            <a:xfrm>
              <a:off x="9395710" y="2082985"/>
              <a:ext cx="3211200" cy="1078984"/>
              <a:chOff x="9395710" y="2115555"/>
              <a:chExt cx="3211200" cy="1078984"/>
            </a:xfrm>
          </p:grpSpPr>
          <p:sp>
            <p:nvSpPr>
              <p:cNvPr id="95" name="object 5">
                <a:extLst>
                  <a:ext uri="{FF2B5EF4-FFF2-40B4-BE49-F238E27FC236}">
                    <a16:creationId xmlns:a16="http://schemas.microsoft.com/office/drawing/2014/main" id="{ACA94DF8-72BA-B588-7B8F-F3642FB86FD0}"/>
                  </a:ext>
                </a:extLst>
              </p:cNvPr>
              <p:cNvSpPr txBox="1"/>
              <p:nvPr/>
            </p:nvSpPr>
            <p:spPr>
              <a:xfrm>
                <a:off x="9395712" y="2225195"/>
                <a:ext cx="1550878" cy="169085"/>
              </a:xfrm>
              <a:prstGeom prst="rect">
                <a:avLst/>
              </a:prstGeom>
            </p:spPr>
            <p:txBody>
              <a:bodyPr vert="horz" wrap="square" lIns="0" tIns="0" rIns="0" bIns="0" rtlCol="0">
                <a:spAutoFit/>
              </a:bodyPr>
              <a:lstStyle/>
              <a:p>
                <a:pPr marL="12695">
                  <a:lnSpc>
                    <a:spcPct val="120000"/>
                  </a:lnSpc>
                  <a:spcBef>
                    <a:spcPts val="100"/>
                  </a:spcBef>
                </a:pPr>
                <a:r>
                  <a:rPr lang="ja-JP" altLang="en-US" sz="1000" b="1">
                    <a:solidFill>
                      <a:srgbClr val="231F20"/>
                    </a:solidFill>
                    <a:latin typeface="+mn-ea"/>
                    <a:cs typeface="Gen Shin Gothic P Bold"/>
                  </a:rPr>
                  <a:t>サブカラー</a:t>
                </a:r>
                <a:endParaRPr lang="ja-JP" altLang="en-US" sz="1000" b="1">
                  <a:latin typeface="+mn-ea"/>
                  <a:cs typeface="Gen Shin Gothic P Regular"/>
                </a:endParaRPr>
              </a:p>
            </p:txBody>
          </p:sp>
          <p:cxnSp>
            <p:nvCxnSpPr>
              <p:cNvPr id="96" name="直線コネクタ 95">
                <a:extLst>
                  <a:ext uri="{FF2B5EF4-FFF2-40B4-BE49-F238E27FC236}">
                    <a16:creationId xmlns:a16="http://schemas.microsoft.com/office/drawing/2014/main" id="{9FAD67E5-7AA0-D0FE-9DFB-96F7F1050F49}"/>
                  </a:ext>
                </a:extLst>
              </p:cNvPr>
              <p:cNvCxnSpPr>
                <a:cxnSpLocks/>
              </p:cNvCxnSpPr>
              <p:nvPr/>
            </p:nvCxnSpPr>
            <p:spPr>
              <a:xfrm>
                <a:off x="9395710" y="2115555"/>
                <a:ext cx="32112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7" name="object 11">
                <a:extLst>
                  <a:ext uri="{FF2B5EF4-FFF2-40B4-BE49-F238E27FC236}">
                    <a16:creationId xmlns:a16="http://schemas.microsoft.com/office/drawing/2014/main" id="{E01C5C80-74CC-5832-9112-DDDE5CB62A0C}"/>
                  </a:ext>
                </a:extLst>
              </p:cNvPr>
              <p:cNvSpPr/>
              <p:nvPr/>
            </p:nvSpPr>
            <p:spPr>
              <a:xfrm>
                <a:off x="10226589" y="287171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3">
                  <a:lumMod val="20000"/>
                  <a:lumOff val="80000"/>
                </a:schemeClr>
              </a:solidFill>
            </p:spPr>
            <p:txBody>
              <a:bodyPr wrap="square" lIns="0" tIns="0" rIns="0" bIns="0" rtlCol="0" anchor="ctr" anchorCtr="0"/>
              <a:lstStyle/>
              <a:p>
                <a:pPr algn="ctr"/>
                <a:r>
                  <a:rPr lang="ja-JP" altLang="en-US" sz="800" b="1">
                    <a:latin typeface="+mn-ea"/>
                  </a:rPr>
                  <a:t>テキスト</a:t>
                </a:r>
                <a:endParaRPr lang="en-US" altLang="ja-JP" sz="800" b="1" dirty="0">
                  <a:latin typeface="+mn-ea"/>
                </a:endParaRPr>
              </a:p>
            </p:txBody>
          </p:sp>
          <p:sp>
            <p:nvSpPr>
              <p:cNvPr id="98" name="object 11">
                <a:extLst>
                  <a:ext uri="{FF2B5EF4-FFF2-40B4-BE49-F238E27FC236}">
                    <a16:creationId xmlns:a16="http://schemas.microsoft.com/office/drawing/2014/main" id="{AC3A6E08-9AEC-78B9-F69A-167CC0843F72}"/>
                  </a:ext>
                </a:extLst>
              </p:cNvPr>
              <p:cNvSpPr/>
              <p:nvPr/>
            </p:nvSpPr>
            <p:spPr>
              <a:xfrm>
                <a:off x="11056446" y="287171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4">
                  <a:lumMod val="20000"/>
                  <a:lumOff val="80000"/>
                </a:schemeClr>
              </a:solidFill>
            </p:spPr>
            <p:txBody>
              <a:bodyPr wrap="square" lIns="0" tIns="0" rIns="0" bIns="0" rtlCol="0" anchor="ctr" anchorCtr="0"/>
              <a:lstStyle/>
              <a:p>
                <a:pPr algn="ctr"/>
                <a:r>
                  <a:rPr lang="ja-JP" altLang="en-US" sz="800" b="1">
                    <a:latin typeface="+mn-ea"/>
                  </a:rPr>
                  <a:t>テキスト</a:t>
                </a:r>
                <a:endParaRPr lang="en-US" altLang="ja-JP" sz="800" b="1" dirty="0">
                  <a:latin typeface="+mn-ea"/>
                </a:endParaRPr>
              </a:p>
            </p:txBody>
          </p:sp>
          <p:sp>
            <p:nvSpPr>
              <p:cNvPr id="99" name="object 11">
                <a:extLst>
                  <a:ext uri="{FF2B5EF4-FFF2-40B4-BE49-F238E27FC236}">
                    <a16:creationId xmlns:a16="http://schemas.microsoft.com/office/drawing/2014/main" id="{9FE41A15-0034-6E9F-9DF9-AF1D72418D1D}"/>
                  </a:ext>
                </a:extLst>
              </p:cNvPr>
              <p:cNvSpPr/>
              <p:nvPr/>
            </p:nvSpPr>
            <p:spPr>
              <a:xfrm>
                <a:off x="9395711" y="287171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FDD9B9"/>
              </a:solidFill>
            </p:spPr>
            <p:txBody>
              <a:bodyPr wrap="square" lIns="0" tIns="0" rIns="0" bIns="0" rtlCol="0" anchor="ctr" anchorCtr="0"/>
              <a:lstStyle/>
              <a:p>
                <a:pPr algn="ctr"/>
                <a:r>
                  <a:rPr lang="ja-JP" altLang="en-US" sz="800" b="1">
                    <a:solidFill>
                      <a:schemeClr val="tx1"/>
                    </a:solidFill>
                    <a:latin typeface="+mn-ea"/>
                  </a:rPr>
                  <a:t>テキスト</a:t>
                </a:r>
              </a:p>
            </p:txBody>
          </p:sp>
          <p:grpSp>
            <p:nvGrpSpPr>
              <p:cNvPr id="100" name="グループ化 99">
                <a:extLst>
                  <a:ext uri="{FF2B5EF4-FFF2-40B4-BE49-F238E27FC236}">
                    <a16:creationId xmlns:a16="http://schemas.microsoft.com/office/drawing/2014/main" id="{1582C4A2-279C-7C6A-4C9D-9EA6EAC2E4F1}"/>
                  </a:ext>
                </a:extLst>
              </p:cNvPr>
              <p:cNvGrpSpPr/>
              <p:nvPr userDrawn="1"/>
            </p:nvGrpSpPr>
            <p:grpSpPr>
              <a:xfrm>
                <a:off x="9395711" y="2511323"/>
                <a:ext cx="3210592" cy="322826"/>
                <a:chOff x="9395711" y="2511323"/>
                <a:chExt cx="3210592" cy="322826"/>
              </a:xfrm>
            </p:grpSpPr>
            <p:sp>
              <p:nvSpPr>
                <p:cNvPr id="102" name="object 11">
                  <a:extLst>
                    <a:ext uri="{FF2B5EF4-FFF2-40B4-BE49-F238E27FC236}">
                      <a16:creationId xmlns:a16="http://schemas.microsoft.com/office/drawing/2014/main" id="{FE5122DE-0258-E375-3DCE-E704F40483A5}"/>
                    </a:ext>
                  </a:extLst>
                </p:cNvPr>
                <p:cNvSpPr/>
                <p:nvPr/>
              </p:nvSpPr>
              <p:spPr>
                <a:xfrm>
                  <a:off x="10226589" y="251132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3"/>
                </a:solidFill>
              </p:spPr>
              <p:txBody>
                <a:bodyPr wrap="square" lIns="0" tIns="0" rIns="0" bIns="0" rtlCol="0" anchor="ctr" anchorCtr="0"/>
                <a:lstStyle/>
                <a:p>
                  <a:pPr algn="ctr"/>
                  <a:r>
                    <a:rPr lang="en-US" altLang="ja-JP" sz="800" b="1">
                      <a:solidFill>
                        <a:schemeClr val="bg1"/>
                      </a:solidFill>
                      <a:latin typeface="+mn-ea"/>
                    </a:rPr>
                    <a:t>Green</a:t>
                  </a:r>
                  <a:endParaRPr lang="ja-JP" altLang="en-US" sz="800" b="1">
                    <a:solidFill>
                      <a:schemeClr val="bg1"/>
                    </a:solidFill>
                    <a:latin typeface="+mn-ea"/>
                  </a:endParaRPr>
                </a:p>
              </p:txBody>
            </p:sp>
            <p:sp>
              <p:nvSpPr>
                <p:cNvPr id="103" name="object 11">
                  <a:extLst>
                    <a:ext uri="{FF2B5EF4-FFF2-40B4-BE49-F238E27FC236}">
                      <a16:creationId xmlns:a16="http://schemas.microsoft.com/office/drawing/2014/main" id="{9329CD5E-8DE1-C31A-1950-3B2DE7D02054}"/>
                    </a:ext>
                  </a:extLst>
                </p:cNvPr>
                <p:cNvSpPr/>
                <p:nvPr/>
              </p:nvSpPr>
              <p:spPr>
                <a:xfrm>
                  <a:off x="11056446" y="251132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4"/>
                </a:solidFill>
              </p:spPr>
              <p:txBody>
                <a:bodyPr wrap="square" lIns="0" tIns="0" rIns="0" bIns="0" rtlCol="0" anchor="ctr" anchorCtr="0"/>
                <a:lstStyle/>
                <a:p>
                  <a:pPr algn="ctr"/>
                  <a:r>
                    <a:rPr lang="en-US" altLang="ja-JP" sz="800" b="1" dirty="0">
                      <a:solidFill>
                        <a:schemeClr val="bg1"/>
                      </a:solidFill>
                      <a:latin typeface="+mn-ea"/>
                    </a:rPr>
                    <a:t>Blue</a:t>
                  </a:r>
                  <a:endParaRPr lang="ja-JP" altLang="en-US" sz="800" b="1">
                    <a:solidFill>
                      <a:schemeClr val="bg1"/>
                    </a:solidFill>
                    <a:latin typeface="+mn-ea"/>
                  </a:endParaRPr>
                </a:p>
              </p:txBody>
            </p:sp>
            <p:sp>
              <p:nvSpPr>
                <p:cNvPr id="104" name="object 11">
                  <a:extLst>
                    <a:ext uri="{FF2B5EF4-FFF2-40B4-BE49-F238E27FC236}">
                      <a16:creationId xmlns:a16="http://schemas.microsoft.com/office/drawing/2014/main" id="{04AE853E-33C5-51CE-4F11-7C1CEB533A12}"/>
                    </a:ext>
                  </a:extLst>
                </p:cNvPr>
                <p:cNvSpPr/>
                <p:nvPr/>
              </p:nvSpPr>
              <p:spPr>
                <a:xfrm>
                  <a:off x="9395711" y="251132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F59632"/>
                </a:solidFill>
              </p:spPr>
              <p:txBody>
                <a:bodyPr wrap="square" lIns="0" tIns="0" rIns="0" bIns="0" rtlCol="0" anchor="ctr" anchorCtr="0"/>
                <a:lstStyle/>
                <a:p>
                  <a:pPr algn="ctr"/>
                  <a:r>
                    <a:rPr lang="en-US" altLang="ja-JP" sz="800" b="1">
                      <a:solidFill>
                        <a:schemeClr val="tx1"/>
                      </a:solidFill>
                      <a:latin typeface="+mn-ea"/>
                    </a:rPr>
                    <a:t>Orange</a:t>
                  </a:r>
                  <a:endParaRPr lang="ja-JP" altLang="en-US" sz="800" b="1">
                    <a:solidFill>
                      <a:schemeClr val="tx1"/>
                    </a:solidFill>
                    <a:latin typeface="+mn-ea"/>
                  </a:endParaRPr>
                </a:p>
              </p:txBody>
            </p:sp>
            <p:sp>
              <p:nvSpPr>
                <p:cNvPr id="105" name="object 11">
                  <a:extLst>
                    <a:ext uri="{FF2B5EF4-FFF2-40B4-BE49-F238E27FC236}">
                      <a16:creationId xmlns:a16="http://schemas.microsoft.com/office/drawing/2014/main" id="{2DBA9288-3D20-476B-21AC-5DF27CC32C62}"/>
                    </a:ext>
                  </a:extLst>
                </p:cNvPr>
                <p:cNvSpPr/>
                <p:nvPr userDrawn="1"/>
              </p:nvSpPr>
              <p:spPr>
                <a:xfrm>
                  <a:off x="11886303" y="251132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rgbClr val="7030A0"/>
                </a:solidFill>
              </p:spPr>
              <p:txBody>
                <a:bodyPr wrap="square" lIns="0" tIns="0" rIns="0" bIns="0" rtlCol="0" anchor="ctr" anchorCtr="0"/>
                <a:lstStyle/>
                <a:p>
                  <a:pPr algn="ctr"/>
                  <a:r>
                    <a:rPr lang="en-US" altLang="ja-JP" sz="800" b="1">
                      <a:solidFill>
                        <a:schemeClr val="bg1"/>
                      </a:solidFill>
                      <a:latin typeface="+mn-ea"/>
                    </a:rPr>
                    <a:t>Purple</a:t>
                  </a:r>
                  <a:endParaRPr lang="ja-JP" altLang="en-US" sz="800" b="1">
                    <a:solidFill>
                      <a:schemeClr val="bg1"/>
                    </a:solidFill>
                    <a:latin typeface="+mn-ea"/>
                  </a:endParaRPr>
                </a:p>
              </p:txBody>
            </p:sp>
          </p:grpSp>
          <p:sp>
            <p:nvSpPr>
              <p:cNvPr id="101" name="object 11">
                <a:extLst>
                  <a:ext uri="{FF2B5EF4-FFF2-40B4-BE49-F238E27FC236}">
                    <a16:creationId xmlns:a16="http://schemas.microsoft.com/office/drawing/2014/main" id="{5589E5CA-FFF7-3D65-F4AE-D3D3EAA0E8EE}"/>
                  </a:ext>
                </a:extLst>
              </p:cNvPr>
              <p:cNvSpPr/>
              <p:nvPr userDrawn="1"/>
            </p:nvSpPr>
            <p:spPr>
              <a:xfrm>
                <a:off x="11886303" y="2871713"/>
                <a:ext cx="720000" cy="322826"/>
              </a:xfrm>
              <a:custGeom>
                <a:avLst/>
                <a:gdLst/>
                <a:ahLst/>
                <a:cxnLst/>
                <a:rect l="l" t="t" r="r" b="b"/>
                <a:pathLst>
                  <a:path w="900430" h="900430">
                    <a:moveTo>
                      <a:pt x="0" y="899998"/>
                    </a:moveTo>
                    <a:lnTo>
                      <a:pt x="899998" y="899998"/>
                    </a:lnTo>
                    <a:lnTo>
                      <a:pt x="899998" y="0"/>
                    </a:lnTo>
                    <a:lnTo>
                      <a:pt x="0" y="0"/>
                    </a:lnTo>
                    <a:lnTo>
                      <a:pt x="0" y="899998"/>
                    </a:lnTo>
                    <a:close/>
                  </a:path>
                </a:pathLst>
              </a:custGeom>
              <a:solidFill>
                <a:schemeClr val="accent5">
                  <a:lumMod val="20000"/>
                  <a:lumOff val="80000"/>
                </a:schemeClr>
              </a:solidFill>
            </p:spPr>
            <p:txBody>
              <a:bodyPr wrap="square" lIns="0" tIns="0" rIns="0" bIns="0" rtlCol="0" anchor="ctr" anchorCtr="0"/>
              <a:lstStyle/>
              <a:p>
                <a:pPr algn="ctr"/>
                <a:r>
                  <a:rPr lang="ja-JP" altLang="en-US" sz="800" b="1">
                    <a:solidFill>
                      <a:schemeClr val="tx1"/>
                    </a:solidFill>
                    <a:latin typeface="+mn-ea"/>
                  </a:rPr>
                  <a:t>テキスト</a:t>
                </a:r>
              </a:p>
            </p:txBody>
          </p:sp>
        </p:grpSp>
      </p:grpSp>
    </p:spTree>
    <p:extLst>
      <p:ext uri="{BB962C8B-B14F-4D97-AF65-F5344CB8AC3E}">
        <p14:creationId xmlns:p14="http://schemas.microsoft.com/office/powerpoint/2010/main" val="3339700596"/>
      </p:ext>
    </p:extLst>
  </p:cSld>
  <p:clrMap bg1="lt1" tx1="dk1" bg2="lt2" tx2="dk2" accent1="accent1" accent2="accent2" accent3="accent3" accent4="accent4" accent5="accent5" accent6="accent6" hlink="hlink" folHlink="folHlink"/>
  <p:sldLayoutIdLst>
    <p:sldLayoutId id="2147483666" r:id="rId1"/>
    <p:sldLayoutId id="2147483671" r:id="rId2"/>
    <p:sldLayoutId id="2147483672" r:id="rId3"/>
    <p:sldLayoutId id="2147483668" r:id="rId4"/>
    <p:sldLayoutId id="2147483673" r:id="rId5"/>
    <p:sldLayoutId id="2147483674" r:id="rId6"/>
    <p:sldLayoutId id="2147483675" r:id="rId7"/>
  </p:sldLayoutIdLst>
  <p:hf sldNum="0" hdr="0" ftr="0" dt="0"/>
  <p:txStyles>
    <p:titleStyle>
      <a:lvl1pPr algn="l" defTabSz="914425" rtl="0" eaLnBrk="1" latinLnBrk="0" hangingPunct="1">
        <a:lnSpc>
          <a:spcPct val="100000"/>
        </a:lnSpc>
        <a:spcBef>
          <a:spcPct val="0"/>
        </a:spcBef>
        <a:buNone/>
        <a:defRPr kumimoji="1" sz="2400" b="1" i="0" kern="1200">
          <a:solidFill>
            <a:schemeClr val="tx1"/>
          </a:solidFill>
          <a:latin typeface="+mj-ea"/>
          <a:ea typeface="+mj-ea"/>
          <a:cs typeface="+mj-cs"/>
        </a:defRPr>
      </a:lvl1pPr>
    </p:titleStyle>
    <p:bodyStyle>
      <a:lvl1pPr marL="228606" indent="-228606" algn="l" defTabSz="91442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ea"/>
          <a:ea typeface="+mn-ea"/>
          <a:cs typeface="+mn-cs"/>
        </a:defRPr>
      </a:lvl1pPr>
      <a:lvl2pPr marL="685819" indent="-228606" algn="l" defTabSz="91442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ea"/>
          <a:ea typeface="+mn-ea"/>
          <a:cs typeface="+mn-cs"/>
        </a:defRPr>
      </a:lvl2pPr>
      <a:lvl3pPr marL="1143031" indent="-228606" algn="l" defTabSz="91442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ea"/>
          <a:ea typeface="+mn-ea"/>
          <a:cs typeface="+mn-cs"/>
        </a:defRPr>
      </a:lvl3pPr>
      <a:lvl4pPr marL="1600244"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4pPr>
      <a:lvl5pPr marL="2057458"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ea"/>
          <a:ea typeface="+mn-ea"/>
          <a:cs typeface="+mn-cs"/>
        </a:defRPr>
      </a:lvl5pPr>
      <a:lvl6pPr marL="2514671"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83"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95"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307" indent="-228606" algn="l" defTabSz="91442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25" rtl="0" eaLnBrk="1" latinLnBrk="0" hangingPunct="1">
        <a:defRPr kumimoji="1" sz="1800" kern="1200">
          <a:solidFill>
            <a:schemeClr val="tx1"/>
          </a:solidFill>
          <a:latin typeface="+mn-lt"/>
          <a:ea typeface="+mn-ea"/>
          <a:cs typeface="+mn-cs"/>
        </a:defRPr>
      </a:lvl1pPr>
      <a:lvl2pPr marL="457213" algn="l" defTabSz="914425" rtl="0" eaLnBrk="1" latinLnBrk="0" hangingPunct="1">
        <a:defRPr kumimoji="1" sz="1800" kern="1200">
          <a:solidFill>
            <a:schemeClr val="tx1"/>
          </a:solidFill>
          <a:latin typeface="+mn-lt"/>
          <a:ea typeface="+mn-ea"/>
          <a:cs typeface="+mn-cs"/>
        </a:defRPr>
      </a:lvl2pPr>
      <a:lvl3pPr marL="914425" algn="l" defTabSz="914425" rtl="0" eaLnBrk="1" latinLnBrk="0" hangingPunct="1">
        <a:defRPr kumimoji="1" sz="1800" kern="1200">
          <a:solidFill>
            <a:schemeClr val="tx1"/>
          </a:solidFill>
          <a:latin typeface="+mn-lt"/>
          <a:ea typeface="+mn-ea"/>
          <a:cs typeface="+mn-cs"/>
        </a:defRPr>
      </a:lvl3pPr>
      <a:lvl4pPr marL="1371639" algn="l" defTabSz="914425" rtl="0" eaLnBrk="1" latinLnBrk="0" hangingPunct="1">
        <a:defRPr kumimoji="1" sz="1800" kern="1200">
          <a:solidFill>
            <a:schemeClr val="tx1"/>
          </a:solidFill>
          <a:latin typeface="+mn-lt"/>
          <a:ea typeface="+mn-ea"/>
          <a:cs typeface="+mn-cs"/>
        </a:defRPr>
      </a:lvl4pPr>
      <a:lvl5pPr marL="1828851" algn="l" defTabSz="914425" rtl="0" eaLnBrk="1" latinLnBrk="0" hangingPunct="1">
        <a:defRPr kumimoji="1" sz="1800" kern="1200">
          <a:solidFill>
            <a:schemeClr val="tx1"/>
          </a:solidFill>
          <a:latin typeface="+mn-lt"/>
          <a:ea typeface="+mn-ea"/>
          <a:cs typeface="+mn-cs"/>
        </a:defRPr>
      </a:lvl5pPr>
      <a:lvl6pPr marL="2286064" algn="l" defTabSz="914425" rtl="0" eaLnBrk="1" latinLnBrk="0" hangingPunct="1">
        <a:defRPr kumimoji="1" sz="1800" kern="1200">
          <a:solidFill>
            <a:schemeClr val="tx1"/>
          </a:solidFill>
          <a:latin typeface="+mn-lt"/>
          <a:ea typeface="+mn-ea"/>
          <a:cs typeface="+mn-cs"/>
        </a:defRPr>
      </a:lvl6pPr>
      <a:lvl7pPr marL="2743276" algn="l" defTabSz="914425" rtl="0" eaLnBrk="1" latinLnBrk="0" hangingPunct="1">
        <a:defRPr kumimoji="1" sz="1800" kern="1200">
          <a:solidFill>
            <a:schemeClr val="tx1"/>
          </a:solidFill>
          <a:latin typeface="+mn-lt"/>
          <a:ea typeface="+mn-ea"/>
          <a:cs typeface="+mn-cs"/>
        </a:defRPr>
      </a:lvl7pPr>
      <a:lvl8pPr marL="3200490" algn="l" defTabSz="914425" rtl="0" eaLnBrk="1" latinLnBrk="0" hangingPunct="1">
        <a:defRPr kumimoji="1" sz="1800" kern="1200">
          <a:solidFill>
            <a:schemeClr val="tx1"/>
          </a:solidFill>
          <a:latin typeface="+mn-lt"/>
          <a:ea typeface="+mn-ea"/>
          <a:cs typeface="+mn-cs"/>
        </a:defRPr>
      </a:lvl8pPr>
      <a:lvl9pPr marL="3657702" algn="l" defTabSz="914425"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A76BD-47F1-CCE3-04FC-71C18D2318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62F883-C13A-D910-8329-3FAB539459C3}"/>
              </a:ext>
            </a:extLst>
          </p:cNvPr>
          <p:cNvSpPr>
            <a:spLocks noGrp="1"/>
          </p:cNvSpPr>
          <p:nvPr>
            <p:ph type="title"/>
          </p:nvPr>
        </p:nvSpPr>
        <p:spPr>
          <a:xfrm>
            <a:off x="423984" y="1676733"/>
            <a:ext cx="6232475" cy="830997"/>
          </a:xfrm>
          <a:noFill/>
        </p:spPr>
        <p:txBody>
          <a:bodyPr/>
          <a:lstStyle/>
          <a:p>
            <a:r>
              <a:rPr lang="ja-JP" altLang="en-US" sz="5400" dirty="0">
                <a:ln w="28575">
                  <a:solidFill>
                    <a:schemeClr val="bg1"/>
                  </a:solidFill>
                </a:ln>
              </a:rPr>
              <a:t>サービスポート入門</a:t>
            </a:r>
            <a:endParaRPr lang="ja-JP" altLang="en-US" sz="6600" dirty="0">
              <a:ln w="28575">
                <a:solidFill>
                  <a:schemeClr val="bg1"/>
                </a:solidFill>
              </a:ln>
            </a:endParaRPr>
          </a:p>
        </p:txBody>
      </p:sp>
      <p:sp>
        <p:nvSpPr>
          <p:cNvPr id="3" name="テキスト プレースホルダー 1">
            <a:extLst>
              <a:ext uri="{FF2B5EF4-FFF2-40B4-BE49-F238E27FC236}">
                <a16:creationId xmlns:a16="http://schemas.microsoft.com/office/drawing/2014/main" id="{424C6BD9-08E4-E831-3F19-B7AD18262F38}"/>
              </a:ext>
            </a:extLst>
          </p:cNvPr>
          <p:cNvSpPr>
            <a:spLocks noGrp="1"/>
          </p:cNvSpPr>
          <p:nvPr>
            <p:ph type="subTitle" idx="1"/>
          </p:nvPr>
        </p:nvSpPr>
        <p:spPr>
          <a:xfrm>
            <a:off x="423985" y="3876685"/>
            <a:ext cx="6540341" cy="1427955"/>
          </a:xfrm>
        </p:spPr>
        <p:txBody>
          <a:bodyPr>
            <a:spAutoFit/>
          </a:bodyPr>
          <a:lstStyle/>
          <a:p>
            <a:pPr defTabSz="457200">
              <a:lnSpc>
                <a:spcPct val="120000"/>
              </a:lnSpc>
              <a:tabLst>
                <a:tab pos="1168400" algn="l"/>
              </a:tabLst>
              <a:defRPr/>
            </a:pPr>
            <a:r>
              <a:rPr kumimoji="0" lang="ja-JP" altLang="en-US" sz="3600" baseline="10000" dirty="0">
                <a:solidFill>
                  <a:srgbClr val="000000"/>
                </a:solidFill>
                <a:latin typeface="游ゴシック" panose="020B0400000000000000" pitchFamily="50" charset="-128"/>
                <a:ea typeface="游ゴシック" panose="020B0400000000000000" pitchFamily="50" charset="-128"/>
              </a:rPr>
              <a:t>国立研究開発法人産業技術総合研究所</a:t>
            </a:r>
          </a:p>
          <a:p>
            <a:pPr defTabSz="457200">
              <a:lnSpc>
                <a:spcPct val="120000"/>
              </a:lnSpc>
              <a:tabLst>
                <a:tab pos="1168400" algn="l"/>
              </a:tabLst>
              <a:defRPr/>
            </a:pPr>
            <a:r>
              <a:rPr kumimoji="0" lang="ja-JP" altLang="en-US" sz="3600" baseline="10000" dirty="0">
                <a:solidFill>
                  <a:srgbClr val="000000"/>
                </a:solidFill>
                <a:latin typeface="游ゴシック" panose="020B0400000000000000" pitchFamily="50" charset="-128"/>
                <a:ea typeface="游ゴシック" panose="020B0400000000000000" pitchFamily="50" charset="-128"/>
              </a:rPr>
              <a:t>インテリジェントシステム研究部門</a:t>
            </a:r>
            <a:endParaRPr kumimoji="0" lang="en-US" altLang="zh-TW" sz="4000" b="1" baseline="10000" dirty="0">
              <a:solidFill>
                <a:srgbClr val="000000"/>
              </a:solidFill>
              <a:latin typeface="游ゴシック" panose="020B0400000000000000" pitchFamily="50" charset="-128"/>
              <a:ea typeface="游ゴシック" panose="020B0400000000000000" pitchFamily="50" charset="-128"/>
            </a:endParaRPr>
          </a:p>
          <a:p>
            <a:pPr defTabSz="457200">
              <a:lnSpc>
                <a:spcPct val="120000"/>
              </a:lnSpc>
              <a:tabLst>
                <a:tab pos="1168400" algn="l"/>
              </a:tabLst>
              <a:defRPr/>
            </a:pPr>
            <a:r>
              <a:rPr kumimoji="0" lang="zh-TW" altLang="en-US" sz="4000" b="1" baseline="10000" dirty="0">
                <a:solidFill>
                  <a:srgbClr val="000000"/>
                </a:solidFill>
                <a:latin typeface="游ゴシック" panose="020B0400000000000000" pitchFamily="50" charset="-128"/>
                <a:ea typeface="游ゴシック" panose="020B0400000000000000" pitchFamily="50" charset="-128"/>
              </a:rPr>
              <a:t>宮本信彦</a:t>
            </a:r>
          </a:p>
        </p:txBody>
      </p:sp>
    </p:spTree>
    <p:extLst>
      <p:ext uri="{BB962C8B-B14F-4D97-AF65-F5344CB8AC3E}">
        <p14:creationId xmlns:p14="http://schemas.microsoft.com/office/powerpoint/2010/main" val="240505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9A815-528D-5CA6-47C8-B4033A2E452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C95BE5F-E31B-2E5E-37CB-F4E9449E8358}"/>
              </a:ext>
            </a:extLst>
          </p:cNvPr>
          <p:cNvSpPr>
            <a:spLocks noGrp="1"/>
          </p:cNvSpPr>
          <p:nvPr>
            <p:ph type="title"/>
          </p:nvPr>
        </p:nvSpPr>
        <p:spPr/>
        <p:txBody>
          <a:bodyPr/>
          <a:lstStyle/>
          <a:p>
            <a:r>
              <a:rPr lang="ja-JP" altLang="en-US" dirty="0"/>
              <a:t>資料</a:t>
            </a:r>
            <a:endParaRPr kumimoji="1" lang="ja-JP" altLang="en-US" dirty="0"/>
          </a:p>
        </p:txBody>
      </p:sp>
      <p:sp>
        <p:nvSpPr>
          <p:cNvPr id="55" name="Rectangle 2">
            <a:extLst>
              <a:ext uri="{FF2B5EF4-FFF2-40B4-BE49-F238E27FC236}">
                <a16:creationId xmlns:a16="http://schemas.microsoft.com/office/drawing/2014/main" id="{CEB42EB3-B43F-F5EE-2AC6-099E48B6422E}"/>
              </a:ext>
            </a:extLst>
          </p:cNvPr>
          <p:cNvSpPr txBox="1">
            <a:spLocks noChangeArrowheads="1"/>
          </p:cNvSpPr>
          <p:nvPr/>
        </p:nvSpPr>
        <p:spPr bwMode="auto">
          <a:xfrm>
            <a:off x="661621" y="1063747"/>
            <a:ext cx="10217394"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defTabSz="914400" eaLnBrk="1" hangingPunct="1">
              <a:lnSpc>
                <a:spcPct val="80000"/>
              </a:lnSpc>
              <a:defRPr/>
            </a:pPr>
            <a:r>
              <a:rPr lang="ja-JP" altLang="en-US" kern="0" dirty="0">
                <a:solidFill>
                  <a:srgbClr val="5F5F5F"/>
                </a:solidFill>
                <a:latin typeface="Arial"/>
                <a:ea typeface="ＭＳ Ｐゴシック"/>
              </a:rPr>
              <a:t>配布資料の「</a:t>
            </a:r>
            <a:r>
              <a:rPr lang="en-US" altLang="ja-JP" kern="0" dirty="0">
                <a:solidFill>
                  <a:srgbClr val="5F5F5F"/>
                </a:solidFill>
                <a:latin typeface="Arial"/>
                <a:ea typeface="ＭＳ Ｐゴシック"/>
              </a:rPr>
              <a:t> </a:t>
            </a:r>
            <a:r>
              <a:rPr lang="en-US" altLang="ja-JP" kern="0" dirty="0" err="1">
                <a:solidFill>
                  <a:srgbClr val="5F5F5F"/>
                </a:solidFill>
                <a:latin typeface="Arial"/>
                <a:ea typeface="ＭＳ Ｐゴシック"/>
              </a:rPr>
              <a:t>WEBpage</a:t>
            </a:r>
            <a:r>
              <a:rPr lang="en-US" altLang="ja-JP" kern="0" dirty="0">
                <a:solidFill>
                  <a:srgbClr val="5F5F5F"/>
                </a:solidFill>
                <a:latin typeface="Arial"/>
                <a:ea typeface="ＭＳ Ｐゴシック"/>
              </a:rPr>
              <a:t> </a:t>
            </a:r>
            <a:r>
              <a:rPr lang="ja-JP" altLang="en-US" kern="0" dirty="0">
                <a:solidFill>
                  <a:srgbClr val="5F5F5F"/>
                </a:solidFill>
                <a:latin typeface="Arial"/>
                <a:ea typeface="ＭＳ Ｐゴシック"/>
              </a:rPr>
              <a:t>」の</a:t>
            </a:r>
            <a:r>
              <a:rPr lang="en-US" altLang="ja-JP" kern="0" dirty="0">
                <a:solidFill>
                  <a:srgbClr val="5F5F5F"/>
                </a:solidFill>
                <a:latin typeface="Arial"/>
                <a:ea typeface="ＭＳ Ｐゴシック"/>
              </a:rPr>
              <a:t>HTML</a:t>
            </a:r>
            <a:r>
              <a:rPr lang="ja-JP" altLang="en-US" kern="0" dirty="0">
                <a:solidFill>
                  <a:srgbClr val="5F5F5F"/>
                </a:solidFill>
                <a:latin typeface="Arial"/>
                <a:ea typeface="ＭＳ Ｐゴシック"/>
              </a:rPr>
              <a:t>ファイルを開く</a:t>
            </a:r>
            <a:endParaRPr lang="en-US" altLang="ja-JP" kern="0" dirty="0">
              <a:solidFill>
                <a:srgbClr val="5F5F5F"/>
              </a:solidFill>
              <a:latin typeface="Arial"/>
              <a:ea typeface="ＭＳ Ｐゴシック"/>
            </a:endParaRPr>
          </a:p>
          <a:p>
            <a:pPr lvl="1" defTabSz="914400" eaLnBrk="1" hangingPunct="1">
              <a:lnSpc>
                <a:spcPct val="80000"/>
              </a:lnSpc>
              <a:defRPr/>
            </a:pPr>
            <a:r>
              <a:rPr lang="en-US" altLang="ja-JP" sz="2400" kern="0" dirty="0">
                <a:solidFill>
                  <a:srgbClr val="5F5F5F"/>
                </a:solidFill>
                <a:latin typeface="Arial"/>
                <a:ea typeface="ＭＳ Ｐゴシック"/>
              </a:rPr>
              <a:t>myCobot280</a:t>
            </a:r>
            <a:r>
              <a:rPr lang="ja-JP" altLang="en-US" sz="2400" kern="0" dirty="0">
                <a:solidFill>
                  <a:srgbClr val="5F5F5F"/>
                </a:solidFill>
                <a:latin typeface="Arial"/>
                <a:ea typeface="ＭＳ Ｐゴシック"/>
              </a:rPr>
              <a:t>の制御 </a:t>
            </a:r>
            <a:r>
              <a:rPr lang="en-US" altLang="ja-JP" sz="2400" kern="0" dirty="0">
                <a:solidFill>
                  <a:srgbClr val="5F5F5F"/>
                </a:solidFill>
                <a:latin typeface="Arial"/>
                <a:ea typeface="ＭＳ Ｐゴシック"/>
              </a:rPr>
              <a:t>_ OpenRTM-aist.html</a:t>
            </a:r>
          </a:p>
          <a:p>
            <a:pPr lvl="1" defTabSz="914400" eaLnBrk="1" hangingPunct="1">
              <a:lnSpc>
                <a:spcPct val="80000"/>
              </a:lnSpc>
              <a:defRPr/>
            </a:pPr>
            <a:endParaRPr lang="en-US" altLang="ja-JP" sz="2400" kern="0" dirty="0">
              <a:solidFill>
                <a:srgbClr val="5F5F5F"/>
              </a:solidFill>
              <a:latin typeface="Arial"/>
              <a:ea typeface="ＭＳ Ｐゴシック"/>
            </a:endParaRPr>
          </a:p>
          <a:p>
            <a:pPr defTabSz="914400" eaLnBrk="1" hangingPunct="1">
              <a:lnSpc>
                <a:spcPct val="80000"/>
              </a:lnSpc>
              <a:defRPr/>
            </a:pPr>
            <a:r>
              <a:rPr lang="ja-JP" altLang="en-US" kern="0" dirty="0">
                <a:solidFill>
                  <a:srgbClr val="5F5F5F"/>
                </a:solidFill>
                <a:latin typeface="Arial"/>
                <a:ea typeface="ＭＳ Ｐゴシック"/>
              </a:rPr>
              <a:t>もしくは以下の</a:t>
            </a:r>
            <a:r>
              <a:rPr lang="en-US" altLang="ja-JP" kern="0" dirty="0">
                <a:solidFill>
                  <a:srgbClr val="5F5F5F"/>
                </a:solidFill>
                <a:latin typeface="Arial"/>
                <a:ea typeface="ＭＳ Ｐゴシック"/>
              </a:rPr>
              <a:t>Web</a:t>
            </a:r>
            <a:r>
              <a:rPr lang="ja-JP" altLang="en-US" kern="0" dirty="0">
                <a:solidFill>
                  <a:srgbClr val="5F5F5F"/>
                </a:solidFill>
                <a:latin typeface="Arial"/>
                <a:ea typeface="ＭＳ Ｐゴシック"/>
              </a:rPr>
              <a:t>ページ</a:t>
            </a:r>
            <a:endParaRPr lang="en-US" altLang="ja-JP" kern="0" dirty="0">
              <a:solidFill>
                <a:srgbClr val="5F5F5F"/>
              </a:solidFill>
              <a:latin typeface="Arial"/>
              <a:ea typeface="ＭＳ Ｐゴシック"/>
            </a:endParaRPr>
          </a:p>
          <a:p>
            <a:pPr lvl="1" defTabSz="914400" eaLnBrk="1" hangingPunct="1">
              <a:lnSpc>
                <a:spcPct val="80000"/>
              </a:lnSpc>
              <a:defRPr/>
            </a:pPr>
            <a:r>
              <a:rPr lang="en-US" altLang="ja-JP" sz="2400" kern="0" dirty="0">
                <a:solidFill>
                  <a:srgbClr val="5F5F5F"/>
                </a:solidFill>
                <a:latin typeface="Arial"/>
                <a:ea typeface="ＭＳ Ｐゴシック"/>
              </a:rPr>
              <a:t>https://openrtm.org/openrtm/ja/node/7339</a:t>
            </a:r>
          </a:p>
        </p:txBody>
      </p:sp>
      <p:pic>
        <p:nvPicPr>
          <p:cNvPr id="57" name="図 56">
            <a:extLst>
              <a:ext uri="{FF2B5EF4-FFF2-40B4-BE49-F238E27FC236}">
                <a16:creationId xmlns:a16="http://schemas.microsoft.com/office/drawing/2014/main" id="{9812F50F-B53B-79AB-1190-E6A20E5730E3}"/>
              </a:ext>
            </a:extLst>
          </p:cNvPr>
          <p:cNvPicPr>
            <a:picLocks noChangeAspect="1"/>
          </p:cNvPicPr>
          <p:nvPr/>
        </p:nvPicPr>
        <p:blipFill>
          <a:blip r:embed="rId3"/>
          <a:stretch>
            <a:fillRect/>
          </a:stretch>
        </p:blipFill>
        <p:spPr>
          <a:xfrm>
            <a:off x="4133939" y="3175516"/>
            <a:ext cx="3924121" cy="3623869"/>
          </a:xfrm>
          <a:prstGeom prst="rect">
            <a:avLst/>
          </a:prstGeom>
        </p:spPr>
      </p:pic>
    </p:spTree>
    <p:extLst>
      <p:ext uri="{BB962C8B-B14F-4D97-AF65-F5344CB8AC3E}">
        <p14:creationId xmlns:p14="http://schemas.microsoft.com/office/powerpoint/2010/main" val="2947657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5ADBF1-B13B-76B1-C955-540392DA599C}"/>
              </a:ext>
            </a:extLst>
          </p:cNvPr>
          <p:cNvSpPr>
            <a:spLocks noGrp="1"/>
          </p:cNvSpPr>
          <p:nvPr>
            <p:ph type="title"/>
          </p:nvPr>
        </p:nvSpPr>
        <p:spPr/>
        <p:txBody>
          <a:bodyPr/>
          <a:lstStyle/>
          <a:p>
            <a:r>
              <a:rPr kumimoji="1" lang="ja-JP" altLang="en-US" dirty="0"/>
              <a:t>サービスポート</a:t>
            </a:r>
          </a:p>
        </p:txBody>
      </p:sp>
      <p:pic>
        <p:nvPicPr>
          <p:cNvPr id="1026" name="Picture 2">
            <a:extLst>
              <a:ext uri="{FF2B5EF4-FFF2-40B4-BE49-F238E27FC236}">
                <a16:creationId xmlns:a16="http://schemas.microsoft.com/office/drawing/2014/main" id="{E92EBC07-B225-F3D0-2033-F686421AD2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6863" y="2483042"/>
            <a:ext cx="8174038" cy="43749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80056D1-8555-43F1-95AA-5E774E75F904}"/>
              </a:ext>
            </a:extLst>
          </p:cNvPr>
          <p:cNvSpPr txBox="1">
            <a:spLocks noChangeArrowheads="1"/>
          </p:cNvSpPr>
          <p:nvPr/>
        </p:nvSpPr>
        <p:spPr bwMode="auto">
          <a:xfrm>
            <a:off x="629749" y="1005132"/>
            <a:ext cx="10932502" cy="2064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サービスポートは、コマンドレベルのコンポーネント間通信の仕組みを提供</a:t>
            </a:r>
            <a:endParaRPr lang="en-US" altLang="ja-JP" sz="2800" kern="0" dirty="0">
              <a:solidFill>
                <a:srgbClr val="5F5F5F"/>
              </a:solidFill>
            </a:endParaRPr>
          </a:p>
          <a:p>
            <a:pPr lvl="1" eaLnBrk="1" hangingPunct="1">
              <a:lnSpc>
                <a:spcPct val="80000"/>
              </a:lnSpc>
              <a:defRPr/>
            </a:pPr>
            <a:r>
              <a:rPr lang="ja-JP" altLang="en-US" sz="2000" kern="0" dirty="0">
                <a:solidFill>
                  <a:srgbClr val="5F5F5F"/>
                </a:solidFill>
              </a:rPr>
              <a:t>複数のパラメータを送信、処理結果の取得、処理完了まで待機等</a:t>
            </a:r>
            <a:endParaRPr lang="en-US" altLang="ja-JP" sz="2000" kern="0" dirty="0">
              <a:solidFill>
                <a:srgbClr val="5F5F5F"/>
              </a:solidFill>
            </a:endParaRPr>
          </a:p>
        </p:txBody>
      </p:sp>
    </p:spTree>
    <p:extLst>
      <p:ext uri="{BB962C8B-B14F-4D97-AF65-F5344CB8AC3E}">
        <p14:creationId xmlns:p14="http://schemas.microsoft.com/office/powerpoint/2010/main" val="1496898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016ADDE-5AE6-0D4F-A6E0-264C86404329}"/>
              </a:ext>
            </a:extLst>
          </p:cNvPr>
          <p:cNvSpPr>
            <a:spLocks noGrp="1"/>
          </p:cNvSpPr>
          <p:nvPr>
            <p:ph type="title"/>
          </p:nvPr>
        </p:nvSpPr>
        <p:spPr/>
        <p:txBody>
          <a:bodyPr/>
          <a:lstStyle/>
          <a:p>
            <a:r>
              <a:rPr kumimoji="1" lang="ja-JP" altLang="en-US" dirty="0"/>
              <a:t>サービスポート</a:t>
            </a:r>
          </a:p>
        </p:txBody>
      </p:sp>
      <p:sp>
        <p:nvSpPr>
          <p:cNvPr id="3" name="正方形/長方形 2">
            <a:extLst>
              <a:ext uri="{FF2B5EF4-FFF2-40B4-BE49-F238E27FC236}">
                <a16:creationId xmlns:a16="http://schemas.microsoft.com/office/drawing/2014/main" id="{AE8B5E8D-FB96-0B68-EE54-A53E0758BE34}"/>
              </a:ext>
            </a:extLst>
          </p:cNvPr>
          <p:cNvSpPr/>
          <p:nvPr/>
        </p:nvSpPr>
        <p:spPr bwMode="auto">
          <a:xfrm>
            <a:off x="812800" y="2425700"/>
            <a:ext cx="3175000" cy="3517900"/>
          </a:xfrm>
          <a:prstGeom prst="rect">
            <a:avLst/>
          </a:prstGeom>
          <a:solidFill>
            <a:srgbClr val="00B0F0"/>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2000" b="1" dirty="0">
                <a:solidFill>
                  <a:schemeClr val="bg1"/>
                </a:solidFill>
                <a:latin typeface="+mn-ea"/>
                <a:cs typeface="メイリオ" pitchFamily="50" charset="-128"/>
              </a:rPr>
              <a:t>RTC1</a:t>
            </a: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ja-JP" altLang="en-US" sz="2000" b="1" dirty="0">
              <a:solidFill>
                <a:schemeClr val="bg1"/>
              </a:solidFill>
              <a:latin typeface="+mn-ea"/>
              <a:cs typeface="メイリオ" pitchFamily="50" charset="-128"/>
            </a:endParaRPr>
          </a:p>
        </p:txBody>
      </p:sp>
      <p:sp>
        <p:nvSpPr>
          <p:cNvPr id="4" name="正方形/長方形 3">
            <a:extLst>
              <a:ext uri="{FF2B5EF4-FFF2-40B4-BE49-F238E27FC236}">
                <a16:creationId xmlns:a16="http://schemas.microsoft.com/office/drawing/2014/main" id="{FC2E2A0D-68B5-8A29-F5A9-94561E10B3DC}"/>
              </a:ext>
            </a:extLst>
          </p:cNvPr>
          <p:cNvSpPr/>
          <p:nvPr/>
        </p:nvSpPr>
        <p:spPr bwMode="auto">
          <a:xfrm>
            <a:off x="8089900" y="2425700"/>
            <a:ext cx="3175000" cy="3517900"/>
          </a:xfrm>
          <a:prstGeom prst="rect">
            <a:avLst/>
          </a:prstGeom>
          <a:solidFill>
            <a:srgbClr val="00B0F0"/>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2000" b="1" dirty="0">
                <a:solidFill>
                  <a:schemeClr val="bg1"/>
                </a:solidFill>
                <a:latin typeface="+mn-ea"/>
                <a:cs typeface="メイリオ" pitchFamily="50" charset="-128"/>
              </a:rPr>
              <a:t>RTC2</a:t>
            </a: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2000" b="1" dirty="0">
              <a:solidFill>
                <a:schemeClr val="bg1"/>
              </a:solidFill>
              <a:latin typeface="+mn-ea"/>
              <a:cs typeface="メイリオ" pitchFamily="50" charset="-128"/>
            </a:endParaRPr>
          </a:p>
          <a:p>
            <a:pPr algn="ctr" eaLnBrk="1" hangingPunct="1">
              <a:buClr>
                <a:srgbClr val="000000"/>
              </a:buClr>
              <a:buSzPct val="100000"/>
              <a:buFont typeface="Times New Roman" pitchFamily="18" charset="0"/>
              <a:buNone/>
            </a:pPr>
            <a:endParaRPr kumimoji="1" lang="ja-JP" altLang="en-US" sz="2000" b="1" dirty="0">
              <a:solidFill>
                <a:schemeClr val="bg1"/>
              </a:solidFill>
              <a:latin typeface="+mn-ea"/>
              <a:cs typeface="メイリオ" pitchFamily="50" charset="-128"/>
            </a:endParaRPr>
          </a:p>
        </p:txBody>
      </p:sp>
      <p:sp>
        <p:nvSpPr>
          <p:cNvPr id="5" name="正方形/長方形 4">
            <a:extLst>
              <a:ext uri="{FF2B5EF4-FFF2-40B4-BE49-F238E27FC236}">
                <a16:creationId xmlns:a16="http://schemas.microsoft.com/office/drawing/2014/main" id="{C158EF0F-769E-2D4D-7210-B2CD66456134}"/>
              </a:ext>
            </a:extLst>
          </p:cNvPr>
          <p:cNvSpPr/>
          <p:nvPr/>
        </p:nvSpPr>
        <p:spPr bwMode="auto">
          <a:xfrm>
            <a:off x="3987800" y="3086100"/>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6" name="正方形/長方形 5">
            <a:extLst>
              <a:ext uri="{FF2B5EF4-FFF2-40B4-BE49-F238E27FC236}">
                <a16:creationId xmlns:a16="http://schemas.microsoft.com/office/drawing/2014/main" id="{BE86D5CF-EA98-F02E-342E-E488098CF385}"/>
              </a:ext>
            </a:extLst>
          </p:cNvPr>
          <p:cNvSpPr/>
          <p:nvPr/>
        </p:nvSpPr>
        <p:spPr bwMode="auto">
          <a:xfrm>
            <a:off x="7543800" y="3086100"/>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nvGrpSpPr>
          <p:cNvPr id="27" name="グループ化 26">
            <a:extLst>
              <a:ext uri="{FF2B5EF4-FFF2-40B4-BE49-F238E27FC236}">
                <a16:creationId xmlns:a16="http://schemas.microsoft.com/office/drawing/2014/main" id="{341866EB-441E-6556-1E37-CCEFF87FAD86}"/>
              </a:ext>
            </a:extLst>
          </p:cNvPr>
          <p:cNvGrpSpPr/>
          <p:nvPr/>
        </p:nvGrpSpPr>
        <p:grpSpPr>
          <a:xfrm>
            <a:off x="5937250" y="3136900"/>
            <a:ext cx="1606550" cy="369327"/>
            <a:chOff x="5937250" y="3136900"/>
            <a:chExt cx="1606550" cy="369327"/>
          </a:xfrm>
        </p:grpSpPr>
        <p:cxnSp>
          <p:nvCxnSpPr>
            <p:cNvPr id="8" name="直線コネクタ 7">
              <a:extLst>
                <a:ext uri="{FF2B5EF4-FFF2-40B4-BE49-F238E27FC236}">
                  <a16:creationId xmlns:a16="http://schemas.microsoft.com/office/drawing/2014/main" id="{D52FF7C5-529B-845C-FA21-FE8B2FB31777}"/>
                </a:ext>
              </a:extLst>
            </p:cNvPr>
            <p:cNvCxnSpPr>
              <a:cxnSpLocks/>
              <a:stCxn id="6" idx="1"/>
              <a:endCxn id="9" idx="6"/>
            </p:cNvCxnSpPr>
            <p:nvPr/>
          </p:nvCxnSpPr>
          <p:spPr>
            <a:xfrm flipH="1" flipV="1">
              <a:off x="6292850" y="3321564"/>
              <a:ext cx="1250950" cy="5836"/>
            </a:xfrm>
            <a:prstGeom prst="line">
              <a:avLst/>
            </a:prstGeom>
            <a:ln w="76200"/>
          </p:spPr>
          <p:style>
            <a:lnRef idx="1">
              <a:schemeClr val="dk1"/>
            </a:lnRef>
            <a:fillRef idx="0">
              <a:schemeClr val="dk1"/>
            </a:fillRef>
            <a:effectRef idx="0">
              <a:schemeClr val="dk1"/>
            </a:effectRef>
            <a:fontRef idx="minor">
              <a:schemeClr val="tx1"/>
            </a:fontRef>
          </p:style>
        </p:cxnSp>
        <p:sp>
          <p:nvSpPr>
            <p:cNvPr id="9" name="楕円 8">
              <a:extLst>
                <a:ext uri="{FF2B5EF4-FFF2-40B4-BE49-F238E27FC236}">
                  <a16:creationId xmlns:a16="http://schemas.microsoft.com/office/drawing/2014/main" id="{43C39D8D-E48A-C7E5-13D0-A199446DB42D}"/>
                </a:ext>
              </a:extLst>
            </p:cNvPr>
            <p:cNvSpPr/>
            <p:nvPr/>
          </p:nvSpPr>
          <p:spPr bwMode="auto">
            <a:xfrm>
              <a:off x="5937250" y="3136900"/>
              <a:ext cx="355600" cy="369327"/>
            </a:xfrm>
            <a:prstGeom prst="ellipse">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grpSp>
        <p:nvGrpSpPr>
          <p:cNvPr id="26" name="グループ化 25">
            <a:extLst>
              <a:ext uri="{FF2B5EF4-FFF2-40B4-BE49-F238E27FC236}">
                <a16:creationId xmlns:a16="http://schemas.microsoft.com/office/drawing/2014/main" id="{99D43E73-9164-ADF3-F3F3-EDB20DE524FE}"/>
              </a:ext>
            </a:extLst>
          </p:cNvPr>
          <p:cNvGrpSpPr/>
          <p:nvPr/>
        </p:nvGrpSpPr>
        <p:grpSpPr>
          <a:xfrm>
            <a:off x="4533900" y="3055004"/>
            <a:ext cx="1755774" cy="533118"/>
            <a:chOff x="4533900" y="3055004"/>
            <a:chExt cx="1755774" cy="533118"/>
          </a:xfrm>
        </p:grpSpPr>
        <p:cxnSp>
          <p:nvCxnSpPr>
            <p:cNvPr id="10" name="直線コネクタ 9">
              <a:extLst>
                <a:ext uri="{FF2B5EF4-FFF2-40B4-BE49-F238E27FC236}">
                  <a16:creationId xmlns:a16="http://schemas.microsoft.com/office/drawing/2014/main" id="{5B6EA277-C6FA-0F38-BBB3-DB2EB8BE011D}"/>
                </a:ext>
              </a:extLst>
            </p:cNvPr>
            <p:cNvCxnSpPr>
              <a:cxnSpLocks/>
              <a:endCxn id="5" idx="3"/>
            </p:cNvCxnSpPr>
            <p:nvPr/>
          </p:nvCxnSpPr>
          <p:spPr>
            <a:xfrm flipH="1">
              <a:off x="4533900" y="3327400"/>
              <a:ext cx="1155700" cy="0"/>
            </a:xfrm>
            <a:prstGeom prst="line">
              <a:avLst/>
            </a:prstGeom>
            <a:ln w="76200"/>
          </p:spPr>
          <p:style>
            <a:lnRef idx="1">
              <a:schemeClr val="dk1"/>
            </a:lnRef>
            <a:fillRef idx="0">
              <a:schemeClr val="dk1"/>
            </a:fillRef>
            <a:effectRef idx="0">
              <a:schemeClr val="dk1"/>
            </a:effectRef>
            <a:fontRef idx="minor">
              <a:schemeClr val="tx1"/>
            </a:fontRef>
          </p:style>
        </p:cxnSp>
        <p:sp>
          <p:nvSpPr>
            <p:cNvPr id="14" name="アーチ 13">
              <a:extLst>
                <a:ext uri="{FF2B5EF4-FFF2-40B4-BE49-F238E27FC236}">
                  <a16:creationId xmlns:a16="http://schemas.microsoft.com/office/drawing/2014/main" id="{E6FA217A-8A1D-6FE2-1E61-A202A63BBB5A}"/>
                </a:ext>
              </a:extLst>
            </p:cNvPr>
            <p:cNvSpPr/>
            <p:nvPr/>
          </p:nvSpPr>
          <p:spPr bwMode="auto">
            <a:xfrm rot="16200000">
              <a:off x="5723078" y="3021526"/>
              <a:ext cx="533118" cy="600074"/>
            </a:xfrm>
            <a:prstGeom prst="blockArc">
              <a:avLst>
                <a:gd name="adj1" fmla="val 10800000"/>
                <a:gd name="adj2" fmla="val 21402064"/>
                <a:gd name="adj3" fmla="val 5395"/>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20" name="Rectangle 2">
            <a:extLst>
              <a:ext uri="{FF2B5EF4-FFF2-40B4-BE49-F238E27FC236}">
                <a16:creationId xmlns:a16="http://schemas.microsoft.com/office/drawing/2014/main" id="{8A4B5BFC-9697-6CBC-5DBB-8E2AA5547A7F}"/>
              </a:ext>
            </a:extLst>
          </p:cNvPr>
          <p:cNvSpPr txBox="1">
            <a:spLocks noChangeArrowheads="1"/>
          </p:cNvSpPr>
          <p:nvPr/>
        </p:nvSpPr>
        <p:spPr bwMode="auto">
          <a:xfrm>
            <a:off x="629749" y="1005132"/>
            <a:ext cx="10932502" cy="2064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サービスポートは、サービスインターフェースを持つ</a:t>
            </a:r>
            <a:endParaRPr lang="en-US" altLang="ja-JP" sz="2800" kern="0" dirty="0">
              <a:solidFill>
                <a:srgbClr val="5F5F5F"/>
              </a:solidFill>
            </a:endParaRPr>
          </a:p>
          <a:p>
            <a:pPr lvl="1" eaLnBrk="1" hangingPunct="1">
              <a:lnSpc>
                <a:spcPct val="80000"/>
              </a:lnSpc>
              <a:defRPr/>
            </a:pPr>
            <a:r>
              <a:rPr lang="ja-JP" altLang="en-US" sz="2000" kern="0" dirty="0">
                <a:solidFill>
                  <a:srgbClr val="5F5F5F"/>
                </a:solidFill>
              </a:rPr>
              <a:t>機能を提供する</a:t>
            </a:r>
            <a:r>
              <a:rPr lang="en-US" altLang="ja-JP" sz="2000" kern="0" dirty="0">
                <a:solidFill>
                  <a:srgbClr val="5F5F5F"/>
                </a:solidFill>
              </a:rPr>
              <a:t>Provided</a:t>
            </a:r>
            <a:r>
              <a:rPr lang="ja-JP" altLang="en-US" sz="2000" kern="0" dirty="0">
                <a:solidFill>
                  <a:srgbClr val="5F5F5F"/>
                </a:solidFill>
              </a:rPr>
              <a:t>インターフェースと機能を利用する</a:t>
            </a:r>
            <a:r>
              <a:rPr lang="en-US" altLang="ja-JP" sz="2000" kern="0" dirty="0">
                <a:solidFill>
                  <a:srgbClr val="5F5F5F"/>
                </a:solidFill>
              </a:rPr>
              <a:t>Required</a:t>
            </a:r>
            <a:r>
              <a:rPr lang="ja-JP" altLang="en-US" sz="2000" kern="0" dirty="0">
                <a:solidFill>
                  <a:srgbClr val="5F5F5F"/>
                </a:solidFill>
              </a:rPr>
              <a:t>インターフェースを接続する</a:t>
            </a:r>
            <a:endParaRPr lang="en-US" altLang="ja-JP" sz="2000" kern="0" dirty="0">
              <a:solidFill>
                <a:srgbClr val="5F5F5F"/>
              </a:solidFill>
            </a:endParaRPr>
          </a:p>
        </p:txBody>
      </p:sp>
      <p:sp>
        <p:nvSpPr>
          <p:cNvPr id="21" name="テキスト ボックス 20">
            <a:extLst>
              <a:ext uri="{FF2B5EF4-FFF2-40B4-BE49-F238E27FC236}">
                <a16:creationId xmlns:a16="http://schemas.microsoft.com/office/drawing/2014/main" id="{876679BD-D38C-D6C0-4ECD-5384BEE3456E}"/>
              </a:ext>
            </a:extLst>
          </p:cNvPr>
          <p:cNvSpPr txBox="1"/>
          <p:nvPr/>
        </p:nvSpPr>
        <p:spPr>
          <a:xfrm>
            <a:off x="2338645" y="3748604"/>
            <a:ext cx="3481362" cy="349263"/>
          </a:xfrm>
          <a:prstGeom prst="rect">
            <a:avLst/>
          </a:prstGeom>
          <a:solidFill>
            <a:schemeClr val="bg1"/>
          </a:solidFill>
          <a:ln>
            <a:solidFill>
              <a:schemeClr val="tx1"/>
            </a:solidFill>
          </a:ln>
        </p:spPr>
        <p:txBody>
          <a:bodyPr vert="horz" wrap="square" lIns="0" tIns="0" rIns="0" bIns="0" rtlCol="0">
            <a:spAutoFit/>
          </a:bodyPr>
          <a:lstStyle/>
          <a:p>
            <a:pPr marL="0" indent="0" algn="ctr">
              <a:lnSpc>
                <a:spcPct val="120000"/>
              </a:lnSpc>
              <a:spcAft>
                <a:spcPts val="300"/>
              </a:spcAft>
              <a:buNone/>
            </a:pPr>
            <a:r>
              <a:rPr kumimoji="1" lang="en-US" altLang="ja-JP" sz="2000" dirty="0"/>
              <a:t>Required</a:t>
            </a:r>
            <a:r>
              <a:rPr kumimoji="1" lang="ja-JP" altLang="en-US" sz="2000" dirty="0"/>
              <a:t>インターフェース</a:t>
            </a:r>
          </a:p>
        </p:txBody>
      </p:sp>
      <p:sp>
        <p:nvSpPr>
          <p:cNvPr id="22" name="テキスト ボックス 21">
            <a:extLst>
              <a:ext uri="{FF2B5EF4-FFF2-40B4-BE49-F238E27FC236}">
                <a16:creationId xmlns:a16="http://schemas.microsoft.com/office/drawing/2014/main" id="{998D40EB-AA26-3E46-2649-570D5DEBBAC0}"/>
              </a:ext>
            </a:extLst>
          </p:cNvPr>
          <p:cNvSpPr txBox="1"/>
          <p:nvPr/>
        </p:nvSpPr>
        <p:spPr>
          <a:xfrm>
            <a:off x="6218212" y="3737841"/>
            <a:ext cx="3481362" cy="349263"/>
          </a:xfrm>
          <a:prstGeom prst="rect">
            <a:avLst/>
          </a:prstGeom>
          <a:solidFill>
            <a:schemeClr val="bg1"/>
          </a:solidFill>
          <a:ln>
            <a:solidFill>
              <a:schemeClr val="tx1"/>
            </a:solidFill>
          </a:ln>
        </p:spPr>
        <p:txBody>
          <a:bodyPr vert="horz" wrap="square" lIns="0" tIns="0" rIns="0" bIns="0" rtlCol="0">
            <a:spAutoFit/>
          </a:bodyPr>
          <a:lstStyle/>
          <a:p>
            <a:pPr marL="0" indent="0" algn="ctr">
              <a:lnSpc>
                <a:spcPct val="120000"/>
              </a:lnSpc>
              <a:spcAft>
                <a:spcPts val="300"/>
              </a:spcAft>
              <a:buNone/>
            </a:pPr>
            <a:r>
              <a:rPr kumimoji="1" lang="en-US" altLang="ja-JP" sz="2000" dirty="0"/>
              <a:t>Provided</a:t>
            </a:r>
            <a:r>
              <a:rPr kumimoji="1" lang="ja-JP" altLang="en-US" sz="2000" dirty="0"/>
              <a:t>インターフェース</a:t>
            </a:r>
          </a:p>
        </p:txBody>
      </p:sp>
      <p:sp>
        <p:nvSpPr>
          <p:cNvPr id="23" name="矢印: 右 22">
            <a:extLst>
              <a:ext uri="{FF2B5EF4-FFF2-40B4-BE49-F238E27FC236}">
                <a16:creationId xmlns:a16="http://schemas.microsoft.com/office/drawing/2014/main" id="{809131FF-48B1-1F1F-63A3-0DF0D98C943B}"/>
              </a:ext>
            </a:extLst>
          </p:cNvPr>
          <p:cNvSpPr/>
          <p:nvPr/>
        </p:nvSpPr>
        <p:spPr bwMode="auto">
          <a:xfrm>
            <a:off x="3987800" y="4470400"/>
            <a:ext cx="4102100" cy="639890"/>
          </a:xfrm>
          <a:prstGeom prst="rightArrow">
            <a:avLst/>
          </a:prstGeom>
          <a:solidFill>
            <a:srgbClr val="FFC000"/>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b="1" dirty="0">
                <a:latin typeface="+mn-ea"/>
                <a:cs typeface="メイリオ" pitchFamily="50" charset="-128"/>
              </a:rPr>
              <a:t>コマンド呼び出し</a:t>
            </a:r>
          </a:p>
        </p:txBody>
      </p:sp>
      <p:sp>
        <p:nvSpPr>
          <p:cNvPr id="24" name="矢印: 右 23">
            <a:extLst>
              <a:ext uri="{FF2B5EF4-FFF2-40B4-BE49-F238E27FC236}">
                <a16:creationId xmlns:a16="http://schemas.microsoft.com/office/drawing/2014/main" id="{B342A386-9A51-1EAB-A072-CA6F59D5FC1B}"/>
              </a:ext>
            </a:extLst>
          </p:cNvPr>
          <p:cNvSpPr/>
          <p:nvPr/>
        </p:nvSpPr>
        <p:spPr bwMode="auto">
          <a:xfrm flipH="1">
            <a:off x="3987800" y="5110290"/>
            <a:ext cx="4120051" cy="639890"/>
          </a:xfrm>
          <a:prstGeom prst="rightArrow">
            <a:avLst/>
          </a:prstGeom>
          <a:solidFill>
            <a:srgbClr val="FFC000"/>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b="1" dirty="0">
                <a:latin typeface="+mn-ea"/>
                <a:cs typeface="メイリオ" pitchFamily="50" charset="-128"/>
              </a:rPr>
              <a:t>結果を返信</a:t>
            </a:r>
          </a:p>
        </p:txBody>
      </p:sp>
      <p:sp>
        <p:nvSpPr>
          <p:cNvPr id="25" name="吹き出し: 角を丸めた四角形 24">
            <a:extLst>
              <a:ext uri="{FF2B5EF4-FFF2-40B4-BE49-F238E27FC236}">
                <a16:creationId xmlns:a16="http://schemas.microsoft.com/office/drawing/2014/main" id="{ABA65D4F-47C3-32B7-D2AC-03EECFF8DED1}"/>
              </a:ext>
            </a:extLst>
          </p:cNvPr>
          <p:cNvSpPr/>
          <p:nvPr/>
        </p:nvSpPr>
        <p:spPr bwMode="auto">
          <a:xfrm>
            <a:off x="3966386" y="5985883"/>
            <a:ext cx="5406213" cy="787483"/>
          </a:xfrm>
          <a:prstGeom prst="wedgeRoundRectCallout">
            <a:avLst>
              <a:gd name="adj1" fmla="val -11196"/>
              <a:gd name="adj2" fmla="val -9296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1600" b="1" dirty="0">
                <a:latin typeface="+mn-ea"/>
                <a:cs typeface="メイリオ" pitchFamily="50" charset="-128"/>
              </a:rPr>
              <a:t>Required</a:t>
            </a:r>
            <a:r>
              <a:rPr kumimoji="1" lang="ja-JP" altLang="en-US" sz="1600" b="1" dirty="0">
                <a:latin typeface="+mn-ea"/>
                <a:cs typeface="メイリオ" pitchFamily="50" charset="-128"/>
              </a:rPr>
              <a:t>インターフェースが</a:t>
            </a:r>
            <a:r>
              <a:rPr kumimoji="1" lang="en-US" altLang="ja-JP" sz="1600" b="1" dirty="0">
                <a:latin typeface="+mn-ea"/>
                <a:cs typeface="メイリオ" pitchFamily="50" charset="-128"/>
              </a:rPr>
              <a:t>Provided</a:t>
            </a:r>
            <a:r>
              <a:rPr kumimoji="1" lang="ja-JP" altLang="en-US" sz="1600" b="1" dirty="0">
                <a:latin typeface="+mn-ea"/>
                <a:cs typeface="メイリオ" pitchFamily="50" charset="-128"/>
              </a:rPr>
              <a:t>インターフェースの提供するコマンドを実行する</a:t>
            </a:r>
          </a:p>
        </p:txBody>
      </p:sp>
    </p:spTree>
    <p:extLst>
      <p:ext uri="{BB962C8B-B14F-4D97-AF65-F5344CB8AC3E}">
        <p14:creationId xmlns:p14="http://schemas.microsoft.com/office/powerpoint/2010/main" val="36463315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C8856-5F19-4F4C-A82B-6398482B6B3E}"/>
              </a:ext>
            </a:extLst>
          </p:cNvPr>
          <p:cNvSpPr>
            <a:spLocks noGrp="1"/>
          </p:cNvSpPr>
          <p:nvPr>
            <p:ph type="title"/>
          </p:nvPr>
        </p:nvSpPr>
        <p:spPr/>
        <p:txBody>
          <a:bodyPr/>
          <a:lstStyle/>
          <a:p>
            <a:r>
              <a:rPr kumimoji="1" lang="en-US" altLang="ja-JP" dirty="0" err="1"/>
              <a:t>Choreonoid</a:t>
            </a:r>
            <a:endParaRPr kumimoji="1" lang="ja-JP" altLang="en-US" dirty="0"/>
          </a:p>
        </p:txBody>
      </p:sp>
      <p:sp>
        <p:nvSpPr>
          <p:cNvPr id="3" name="Rectangle 2">
            <a:extLst>
              <a:ext uri="{FF2B5EF4-FFF2-40B4-BE49-F238E27FC236}">
                <a16:creationId xmlns:a16="http://schemas.microsoft.com/office/drawing/2014/main" id="{B1177171-5683-098C-DBAD-4E23483B289F}"/>
              </a:ext>
            </a:extLst>
          </p:cNvPr>
          <p:cNvSpPr txBox="1">
            <a:spLocks noChangeArrowheads="1"/>
          </p:cNvSpPr>
          <p:nvPr/>
        </p:nvSpPr>
        <p:spPr bwMode="auto">
          <a:xfrm>
            <a:off x="629749" y="1005132"/>
            <a:ext cx="10932502" cy="2064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800" kern="0" dirty="0" err="1">
                <a:solidFill>
                  <a:srgbClr val="5F5F5F"/>
                </a:solidFill>
              </a:rPr>
              <a:t>Choreonoid</a:t>
            </a:r>
            <a:r>
              <a:rPr lang="ja-JP" altLang="en-US" sz="2800" kern="0" dirty="0">
                <a:solidFill>
                  <a:srgbClr val="5F5F5F"/>
                </a:solidFill>
              </a:rPr>
              <a:t>はオープンソースのロボット用シミュレーションソフトウェア</a:t>
            </a:r>
            <a:endParaRPr lang="en-US" altLang="ja-JP" sz="2800" kern="0" dirty="0">
              <a:solidFill>
                <a:srgbClr val="5F5F5F"/>
              </a:solidFill>
            </a:endParaRPr>
          </a:p>
          <a:p>
            <a:pPr lvl="1" eaLnBrk="1" hangingPunct="1">
              <a:lnSpc>
                <a:spcPct val="80000"/>
              </a:lnSpc>
              <a:defRPr/>
            </a:pPr>
            <a:r>
              <a:rPr lang="ja-JP" altLang="en-US" sz="1800" kern="0" dirty="0">
                <a:solidFill>
                  <a:srgbClr val="5F5F5F"/>
                </a:solidFill>
              </a:rPr>
              <a:t>プラグインによる高い拡張性</a:t>
            </a:r>
            <a:endParaRPr lang="en-US" altLang="ja-JP" sz="1800" kern="0" dirty="0">
              <a:solidFill>
                <a:srgbClr val="5F5F5F"/>
              </a:solidFill>
            </a:endParaRPr>
          </a:p>
          <a:p>
            <a:pPr lvl="1" eaLnBrk="1" hangingPunct="1">
              <a:lnSpc>
                <a:spcPct val="80000"/>
              </a:lnSpc>
              <a:defRPr/>
            </a:pPr>
            <a:r>
              <a:rPr lang="en-US" altLang="ja-JP" sz="1800" kern="0" dirty="0">
                <a:solidFill>
                  <a:srgbClr val="5F5F5F"/>
                </a:solidFill>
              </a:rPr>
              <a:t>3DCG</a:t>
            </a:r>
            <a:r>
              <a:rPr lang="ja-JP" altLang="en-US" sz="1800" kern="0" dirty="0">
                <a:solidFill>
                  <a:srgbClr val="5F5F5F"/>
                </a:solidFill>
              </a:rPr>
              <a:t>によるロボットモデルのアニメーション表示</a:t>
            </a:r>
            <a:endParaRPr lang="en-US" altLang="ja-JP" sz="1800" kern="0" dirty="0">
              <a:solidFill>
                <a:srgbClr val="5F5F5F"/>
              </a:solidFill>
            </a:endParaRPr>
          </a:p>
          <a:p>
            <a:pPr lvl="1" eaLnBrk="1" hangingPunct="1">
              <a:lnSpc>
                <a:spcPct val="80000"/>
              </a:lnSpc>
              <a:defRPr/>
            </a:pPr>
            <a:r>
              <a:rPr lang="ja-JP" altLang="en-US" sz="1800" kern="0" dirty="0">
                <a:solidFill>
                  <a:srgbClr val="5F5F5F"/>
                </a:solidFill>
              </a:rPr>
              <a:t>動力学シミュレーション</a:t>
            </a:r>
            <a:endParaRPr lang="en-US" altLang="ja-JP" sz="1800" kern="0" dirty="0">
              <a:solidFill>
                <a:srgbClr val="5F5F5F"/>
              </a:solidFill>
            </a:endParaRPr>
          </a:p>
          <a:p>
            <a:pPr lvl="1" eaLnBrk="1" hangingPunct="1">
              <a:lnSpc>
                <a:spcPct val="80000"/>
              </a:lnSpc>
              <a:defRPr/>
            </a:pPr>
            <a:r>
              <a:rPr lang="ja-JP" altLang="en-US" sz="1800" kern="0" dirty="0">
                <a:solidFill>
                  <a:srgbClr val="5F5F5F"/>
                </a:solidFill>
              </a:rPr>
              <a:t>センサのシミュレーション</a:t>
            </a:r>
            <a:r>
              <a:rPr lang="en-US" altLang="ja-JP" sz="1800" kern="0" dirty="0">
                <a:solidFill>
                  <a:srgbClr val="5F5F5F"/>
                </a:solidFill>
              </a:rPr>
              <a:t>(</a:t>
            </a:r>
            <a:r>
              <a:rPr lang="ja-JP" altLang="en-US" sz="1800" kern="0" dirty="0">
                <a:solidFill>
                  <a:srgbClr val="5F5F5F"/>
                </a:solidFill>
              </a:rPr>
              <a:t>カメラ、レーザーレンジセンサ、力センサ、ジャイロセンサ、・・・</a:t>
            </a:r>
            <a:r>
              <a:rPr lang="en-US" altLang="ja-JP" sz="1800" kern="0" dirty="0">
                <a:solidFill>
                  <a:srgbClr val="5F5F5F"/>
                </a:solidFill>
              </a:rPr>
              <a:t>)</a:t>
            </a:r>
          </a:p>
          <a:p>
            <a:pPr lvl="1" eaLnBrk="1" hangingPunct="1">
              <a:lnSpc>
                <a:spcPct val="80000"/>
              </a:lnSpc>
              <a:defRPr/>
            </a:pPr>
            <a:r>
              <a:rPr lang="ja-JP" altLang="en-US" sz="1800" kern="0" dirty="0">
                <a:solidFill>
                  <a:srgbClr val="5F5F5F"/>
                </a:solidFill>
              </a:rPr>
              <a:t>ロボットの動作生成</a:t>
            </a:r>
            <a:endParaRPr lang="en-US" altLang="ja-JP" sz="1800" kern="0" dirty="0">
              <a:solidFill>
                <a:srgbClr val="5F5F5F"/>
              </a:solidFill>
            </a:endParaRPr>
          </a:p>
          <a:p>
            <a:pPr lvl="1" eaLnBrk="1" hangingPunct="1">
              <a:lnSpc>
                <a:spcPct val="80000"/>
              </a:lnSpc>
              <a:defRPr/>
            </a:pPr>
            <a:r>
              <a:rPr lang="ja-JP" altLang="en-US" sz="1800" kern="0" dirty="0">
                <a:solidFill>
                  <a:srgbClr val="5F5F5F"/>
                </a:solidFill>
              </a:rPr>
              <a:t>・・・・</a:t>
            </a:r>
            <a:endParaRPr lang="en-US" altLang="ja-JP" sz="1800" kern="0" dirty="0">
              <a:solidFill>
                <a:srgbClr val="5F5F5F"/>
              </a:solidFill>
            </a:endParaRPr>
          </a:p>
          <a:p>
            <a:pPr lvl="1" eaLnBrk="1" hangingPunct="1">
              <a:lnSpc>
                <a:spcPct val="80000"/>
              </a:lnSpc>
              <a:defRPr/>
            </a:pPr>
            <a:endParaRPr lang="en-US" altLang="ja-JP" sz="1600" kern="0" dirty="0">
              <a:solidFill>
                <a:srgbClr val="5F5F5F"/>
              </a:solidFill>
            </a:endParaRPr>
          </a:p>
        </p:txBody>
      </p:sp>
      <p:pic>
        <p:nvPicPr>
          <p:cNvPr id="4" name="図 3">
            <a:extLst>
              <a:ext uri="{FF2B5EF4-FFF2-40B4-BE49-F238E27FC236}">
                <a16:creationId xmlns:a16="http://schemas.microsoft.com/office/drawing/2014/main" id="{2895CB20-FB73-F976-6889-5709199951DA}"/>
              </a:ext>
            </a:extLst>
          </p:cNvPr>
          <p:cNvPicPr>
            <a:picLocks noChangeAspect="1"/>
          </p:cNvPicPr>
          <p:nvPr/>
        </p:nvPicPr>
        <p:blipFill>
          <a:blip r:embed="rId2"/>
          <a:stretch>
            <a:fillRect/>
          </a:stretch>
        </p:blipFill>
        <p:spPr>
          <a:xfrm>
            <a:off x="4161373" y="3383293"/>
            <a:ext cx="5135345" cy="3288208"/>
          </a:xfrm>
          <a:prstGeom prst="rect">
            <a:avLst/>
          </a:prstGeom>
        </p:spPr>
      </p:pic>
    </p:spTree>
    <p:extLst>
      <p:ext uri="{BB962C8B-B14F-4D97-AF65-F5344CB8AC3E}">
        <p14:creationId xmlns:p14="http://schemas.microsoft.com/office/powerpoint/2010/main" val="927927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1A044C-5837-5611-6BC8-83E8573AE697}"/>
              </a:ext>
            </a:extLst>
          </p:cNvPr>
          <p:cNvSpPr>
            <a:spLocks noGrp="1"/>
          </p:cNvSpPr>
          <p:nvPr>
            <p:ph type="title"/>
          </p:nvPr>
        </p:nvSpPr>
        <p:spPr/>
        <p:txBody>
          <a:bodyPr/>
          <a:lstStyle/>
          <a:p>
            <a:r>
              <a:rPr kumimoji="1" lang="ja-JP" altLang="en-US" dirty="0"/>
              <a:t>実習内容</a:t>
            </a:r>
          </a:p>
        </p:txBody>
      </p:sp>
      <p:pic>
        <p:nvPicPr>
          <p:cNvPr id="4" name="図 3">
            <a:extLst>
              <a:ext uri="{FF2B5EF4-FFF2-40B4-BE49-F238E27FC236}">
                <a16:creationId xmlns:a16="http://schemas.microsoft.com/office/drawing/2014/main" id="{EFA3D4AC-7519-0814-0147-CB1EB62BFDD2}"/>
              </a:ext>
            </a:extLst>
          </p:cNvPr>
          <p:cNvPicPr>
            <a:picLocks noChangeAspect="1"/>
          </p:cNvPicPr>
          <p:nvPr/>
        </p:nvPicPr>
        <p:blipFill>
          <a:blip r:embed="rId2"/>
          <a:stretch>
            <a:fillRect/>
          </a:stretch>
        </p:blipFill>
        <p:spPr>
          <a:xfrm>
            <a:off x="7178357" y="805608"/>
            <a:ext cx="2145436" cy="1662229"/>
          </a:xfrm>
          <a:prstGeom prst="rect">
            <a:avLst/>
          </a:prstGeom>
        </p:spPr>
      </p:pic>
      <p:sp>
        <p:nvSpPr>
          <p:cNvPr id="5" name="正方形/長方形 4">
            <a:extLst>
              <a:ext uri="{FF2B5EF4-FFF2-40B4-BE49-F238E27FC236}">
                <a16:creationId xmlns:a16="http://schemas.microsoft.com/office/drawing/2014/main" id="{61CF83CB-F624-4AFB-F35B-26E8687FC05B}"/>
              </a:ext>
            </a:extLst>
          </p:cNvPr>
          <p:cNvSpPr/>
          <p:nvPr/>
        </p:nvSpPr>
        <p:spPr>
          <a:xfrm>
            <a:off x="7141388" y="2610074"/>
            <a:ext cx="4364811" cy="2215926"/>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err="1"/>
              <a:t>myCobot</a:t>
            </a:r>
            <a:r>
              <a:rPr kumimoji="1" lang="ja-JP" altLang="en-US" dirty="0"/>
              <a:t>コンポーネント</a:t>
            </a:r>
          </a:p>
        </p:txBody>
      </p:sp>
      <p:pic>
        <p:nvPicPr>
          <p:cNvPr id="1026" name="Picture 2">
            <a:extLst>
              <a:ext uri="{FF2B5EF4-FFF2-40B4-BE49-F238E27FC236}">
                <a16:creationId xmlns:a16="http://schemas.microsoft.com/office/drawing/2014/main" id="{2DAA909E-0868-DB88-4140-90F68BB299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9426" y="805607"/>
            <a:ext cx="1662230" cy="1662230"/>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8E949C91-AB5B-2D98-5D11-1B7C12D05BCF}"/>
              </a:ext>
            </a:extLst>
          </p:cNvPr>
          <p:cNvSpPr txBox="1"/>
          <p:nvPr/>
        </p:nvSpPr>
        <p:spPr>
          <a:xfrm>
            <a:off x="3949700" y="6583811"/>
            <a:ext cx="8824527" cy="253916"/>
          </a:xfrm>
          <a:prstGeom prst="rect">
            <a:avLst/>
          </a:prstGeom>
          <a:noFill/>
        </p:spPr>
        <p:txBody>
          <a:bodyPr wrap="square">
            <a:spAutoFit/>
          </a:bodyPr>
          <a:lstStyle/>
          <a:p>
            <a:r>
              <a:rPr lang="ja-JP" altLang="en-US" sz="1050" dirty="0"/>
              <a:t>https://shop.elephantrobotics.com/cdn/shop/products/myCobot280M5_d22c5ddb-4963-463c-bd22-885076cfb7eb_650x.png</a:t>
            </a:r>
          </a:p>
        </p:txBody>
      </p:sp>
      <p:sp>
        <p:nvSpPr>
          <p:cNvPr id="9" name="正方形/長方形 8">
            <a:extLst>
              <a:ext uri="{FF2B5EF4-FFF2-40B4-BE49-F238E27FC236}">
                <a16:creationId xmlns:a16="http://schemas.microsoft.com/office/drawing/2014/main" id="{59354EF1-2987-228B-42D3-9C853242DFC7}"/>
              </a:ext>
            </a:extLst>
          </p:cNvPr>
          <p:cNvSpPr/>
          <p:nvPr/>
        </p:nvSpPr>
        <p:spPr>
          <a:xfrm>
            <a:off x="685800" y="2610074"/>
            <a:ext cx="4178299" cy="2215926"/>
          </a:xfrm>
          <a:prstGeom prst="rect">
            <a:avLst/>
          </a:prstGeom>
          <a:solidFill>
            <a:srgbClr val="00B0F0"/>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dirty="0" err="1"/>
              <a:t>ArmController</a:t>
            </a:r>
            <a:r>
              <a:rPr kumimoji="1" lang="ja-JP" altLang="en-US" b="1" dirty="0"/>
              <a:t>コンポーネント</a:t>
            </a:r>
          </a:p>
        </p:txBody>
      </p:sp>
      <p:sp>
        <p:nvSpPr>
          <p:cNvPr id="3" name="正方形/長方形 2">
            <a:extLst>
              <a:ext uri="{FF2B5EF4-FFF2-40B4-BE49-F238E27FC236}">
                <a16:creationId xmlns:a16="http://schemas.microsoft.com/office/drawing/2014/main" id="{927F32BA-AC2F-FA18-E2A1-5F075810BA24}"/>
              </a:ext>
            </a:extLst>
          </p:cNvPr>
          <p:cNvSpPr/>
          <p:nvPr/>
        </p:nvSpPr>
        <p:spPr bwMode="auto">
          <a:xfrm>
            <a:off x="4864099" y="3009713"/>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6" name="正方形/長方形 5">
            <a:extLst>
              <a:ext uri="{FF2B5EF4-FFF2-40B4-BE49-F238E27FC236}">
                <a16:creationId xmlns:a16="http://schemas.microsoft.com/office/drawing/2014/main" id="{11A07976-2724-5A82-EF36-9BD318D6E692}"/>
              </a:ext>
            </a:extLst>
          </p:cNvPr>
          <p:cNvSpPr/>
          <p:nvPr/>
        </p:nvSpPr>
        <p:spPr bwMode="auto">
          <a:xfrm>
            <a:off x="6595288" y="2993932"/>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cxnSp>
        <p:nvCxnSpPr>
          <p:cNvPr id="10" name="直線コネクタ 9">
            <a:extLst>
              <a:ext uri="{FF2B5EF4-FFF2-40B4-BE49-F238E27FC236}">
                <a16:creationId xmlns:a16="http://schemas.microsoft.com/office/drawing/2014/main" id="{63558363-E9DF-2487-18DC-60AA0A4483D7}"/>
              </a:ext>
            </a:extLst>
          </p:cNvPr>
          <p:cNvCxnSpPr>
            <a:cxnSpLocks/>
            <a:stCxn id="6" idx="1"/>
          </p:cNvCxnSpPr>
          <p:nvPr/>
        </p:nvCxnSpPr>
        <p:spPr>
          <a:xfrm flipH="1">
            <a:off x="6281777" y="3235232"/>
            <a:ext cx="313511" cy="0"/>
          </a:xfrm>
          <a:prstGeom prst="line">
            <a:avLst/>
          </a:prstGeom>
          <a:ln w="76200"/>
        </p:spPr>
        <p:style>
          <a:lnRef idx="1">
            <a:schemeClr val="dk1"/>
          </a:lnRef>
          <a:fillRef idx="0">
            <a:schemeClr val="dk1"/>
          </a:fillRef>
          <a:effectRef idx="0">
            <a:schemeClr val="dk1"/>
          </a:effectRef>
          <a:fontRef idx="minor">
            <a:schemeClr val="tx1"/>
          </a:fontRef>
        </p:style>
      </p:cxnSp>
      <p:sp>
        <p:nvSpPr>
          <p:cNvPr id="11" name="楕円 10">
            <a:extLst>
              <a:ext uri="{FF2B5EF4-FFF2-40B4-BE49-F238E27FC236}">
                <a16:creationId xmlns:a16="http://schemas.microsoft.com/office/drawing/2014/main" id="{0F57ADDF-4DCA-ED87-4BBD-45767B441529}"/>
              </a:ext>
            </a:extLst>
          </p:cNvPr>
          <p:cNvSpPr/>
          <p:nvPr/>
        </p:nvSpPr>
        <p:spPr bwMode="auto">
          <a:xfrm>
            <a:off x="5966638" y="3050568"/>
            <a:ext cx="355600" cy="369327"/>
          </a:xfrm>
          <a:prstGeom prst="ellipse">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nvGrpSpPr>
          <p:cNvPr id="12" name="グループ化 11">
            <a:extLst>
              <a:ext uri="{FF2B5EF4-FFF2-40B4-BE49-F238E27FC236}">
                <a16:creationId xmlns:a16="http://schemas.microsoft.com/office/drawing/2014/main" id="{BB930FB9-2875-FC2B-F494-F74F5CCF7F1A}"/>
              </a:ext>
            </a:extLst>
          </p:cNvPr>
          <p:cNvGrpSpPr/>
          <p:nvPr/>
        </p:nvGrpSpPr>
        <p:grpSpPr>
          <a:xfrm>
            <a:off x="5410199" y="2968672"/>
            <a:ext cx="992187" cy="533118"/>
            <a:chOff x="5365750" y="2353030"/>
            <a:chExt cx="992187" cy="533118"/>
          </a:xfrm>
        </p:grpSpPr>
        <p:cxnSp>
          <p:nvCxnSpPr>
            <p:cNvPr id="13" name="直線コネクタ 12">
              <a:extLst>
                <a:ext uri="{FF2B5EF4-FFF2-40B4-BE49-F238E27FC236}">
                  <a16:creationId xmlns:a16="http://schemas.microsoft.com/office/drawing/2014/main" id="{3D860874-2D44-0CCD-316E-4C4B8D03D1E0}"/>
                </a:ext>
              </a:extLst>
            </p:cNvPr>
            <p:cNvCxnSpPr>
              <a:cxnSpLocks/>
            </p:cNvCxnSpPr>
            <p:nvPr/>
          </p:nvCxnSpPr>
          <p:spPr>
            <a:xfrm flipH="1">
              <a:off x="5365750" y="2619589"/>
              <a:ext cx="419100" cy="0"/>
            </a:xfrm>
            <a:prstGeom prst="line">
              <a:avLst/>
            </a:prstGeom>
            <a:ln w="76200"/>
          </p:spPr>
          <p:style>
            <a:lnRef idx="1">
              <a:schemeClr val="dk1"/>
            </a:lnRef>
            <a:fillRef idx="0">
              <a:schemeClr val="dk1"/>
            </a:fillRef>
            <a:effectRef idx="0">
              <a:schemeClr val="dk1"/>
            </a:effectRef>
            <a:fontRef idx="minor">
              <a:schemeClr val="tx1"/>
            </a:fontRef>
          </p:style>
        </p:cxnSp>
        <p:sp>
          <p:nvSpPr>
            <p:cNvPr id="14" name="アーチ 13">
              <a:extLst>
                <a:ext uri="{FF2B5EF4-FFF2-40B4-BE49-F238E27FC236}">
                  <a16:creationId xmlns:a16="http://schemas.microsoft.com/office/drawing/2014/main" id="{63077B0F-F40B-521C-BD5B-5C323EACB368}"/>
                </a:ext>
              </a:extLst>
            </p:cNvPr>
            <p:cNvSpPr/>
            <p:nvPr/>
          </p:nvSpPr>
          <p:spPr bwMode="auto">
            <a:xfrm rot="16200000">
              <a:off x="5791341" y="2319552"/>
              <a:ext cx="533118" cy="600074"/>
            </a:xfrm>
            <a:prstGeom prst="blockArc">
              <a:avLst>
                <a:gd name="adj1" fmla="val 10800000"/>
                <a:gd name="adj2" fmla="val 21402064"/>
                <a:gd name="adj3" fmla="val 5395"/>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18" name="正方形/長方形 17">
            <a:extLst>
              <a:ext uri="{FF2B5EF4-FFF2-40B4-BE49-F238E27FC236}">
                <a16:creationId xmlns:a16="http://schemas.microsoft.com/office/drawing/2014/main" id="{6D9E894D-170D-19BB-66DB-7E750D6F646C}"/>
              </a:ext>
            </a:extLst>
          </p:cNvPr>
          <p:cNvSpPr/>
          <p:nvPr/>
        </p:nvSpPr>
        <p:spPr bwMode="auto">
          <a:xfrm>
            <a:off x="4864099" y="4054102"/>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9" name="正方形/長方形 18">
            <a:extLst>
              <a:ext uri="{FF2B5EF4-FFF2-40B4-BE49-F238E27FC236}">
                <a16:creationId xmlns:a16="http://schemas.microsoft.com/office/drawing/2014/main" id="{0BA67D62-322F-548A-020D-8F27BBD4CBEB}"/>
              </a:ext>
            </a:extLst>
          </p:cNvPr>
          <p:cNvSpPr/>
          <p:nvPr/>
        </p:nvSpPr>
        <p:spPr bwMode="auto">
          <a:xfrm>
            <a:off x="6595288" y="4038321"/>
            <a:ext cx="546100" cy="482600"/>
          </a:xfrm>
          <a:prstGeom prst="rect">
            <a:avLst/>
          </a:prstGeom>
          <a:solidFill>
            <a:srgbClr val="FFFF00"/>
          </a:solidFill>
          <a:ln w="6350">
            <a:solidFill>
              <a:schemeClr val="tx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nvGrpSpPr>
          <p:cNvPr id="20" name="グループ化 19">
            <a:extLst>
              <a:ext uri="{FF2B5EF4-FFF2-40B4-BE49-F238E27FC236}">
                <a16:creationId xmlns:a16="http://schemas.microsoft.com/office/drawing/2014/main" id="{18F8F8E0-5148-94B5-7E87-2CA823012893}"/>
              </a:ext>
            </a:extLst>
          </p:cNvPr>
          <p:cNvGrpSpPr/>
          <p:nvPr/>
        </p:nvGrpSpPr>
        <p:grpSpPr>
          <a:xfrm>
            <a:off x="5966638" y="4094957"/>
            <a:ext cx="628650" cy="369327"/>
            <a:chOff x="7096938" y="2593368"/>
            <a:chExt cx="628650" cy="369327"/>
          </a:xfrm>
        </p:grpSpPr>
        <p:cxnSp>
          <p:nvCxnSpPr>
            <p:cNvPr id="21" name="直線コネクタ 20">
              <a:extLst>
                <a:ext uri="{FF2B5EF4-FFF2-40B4-BE49-F238E27FC236}">
                  <a16:creationId xmlns:a16="http://schemas.microsoft.com/office/drawing/2014/main" id="{1EEAA520-65D1-261C-D680-7945AF06B27E}"/>
                </a:ext>
              </a:extLst>
            </p:cNvPr>
            <p:cNvCxnSpPr>
              <a:cxnSpLocks/>
              <a:stCxn id="19" idx="1"/>
              <a:endCxn id="22" idx="6"/>
            </p:cNvCxnSpPr>
            <p:nvPr/>
          </p:nvCxnSpPr>
          <p:spPr>
            <a:xfrm flipH="1">
              <a:off x="7452538" y="2765332"/>
              <a:ext cx="273050" cy="12700"/>
            </a:xfrm>
            <a:prstGeom prst="line">
              <a:avLst/>
            </a:prstGeom>
            <a:ln w="76200"/>
          </p:spPr>
          <p:style>
            <a:lnRef idx="1">
              <a:schemeClr val="dk1"/>
            </a:lnRef>
            <a:fillRef idx="0">
              <a:schemeClr val="dk1"/>
            </a:fillRef>
            <a:effectRef idx="0">
              <a:schemeClr val="dk1"/>
            </a:effectRef>
            <a:fontRef idx="minor">
              <a:schemeClr val="tx1"/>
            </a:fontRef>
          </p:style>
        </p:cxnSp>
        <p:sp>
          <p:nvSpPr>
            <p:cNvPr id="22" name="楕円 21">
              <a:extLst>
                <a:ext uri="{FF2B5EF4-FFF2-40B4-BE49-F238E27FC236}">
                  <a16:creationId xmlns:a16="http://schemas.microsoft.com/office/drawing/2014/main" id="{240B396A-421E-5B4A-1AC9-77E3688765EE}"/>
                </a:ext>
              </a:extLst>
            </p:cNvPr>
            <p:cNvSpPr/>
            <p:nvPr/>
          </p:nvSpPr>
          <p:spPr bwMode="auto">
            <a:xfrm>
              <a:off x="7096938" y="2593368"/>
              <a:ext cx="355600" cy="369327"/>
            </a:xfrm>
            <a:prstGeom prst="ellipse">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grpSp>
        <p:nvGrpSpPr>
          <p:cNvPr id="23" name="グループ化 22">
            <a:extLst>
              <a:ext uri="{FF2B5EF4-FFF2-40B4-BE49-F238E27FC236}">
                <a16:creationId xmlns:a16="http://schemas.microsoft.com/office/drawing/2014/main" id="{97FEC4CE-9A0F-B01E-3D55-540E515C9651}"/>
              </a:ext>
            </a:extLst>
          </p:cNvPr>
          <p:cNvGrpSpPr/>
          <p:nvPr/>
        </p:nvGrpSpPr>
        <p:grpSpPr>
          <a:xfrm>
            <a:off x="5410199" y="4013061"/>
            <a:ext cx="992187" cy="533118"/>
            <a:chOff x="5365750" y="2353030"/>
            <a:chExt cx="992187" cy="533118"/>
          </a:xfrm>
        </p:grpSpPr>
        <p:cxnSp>
          <p:nvCxnSpPr>
            <p:cNvPr id="24" name="直線コネクタ 23">
              <a:extLst>
                <a:ext uri="{FF2B5EF4-FFF2-40B4-BE49-F238E27FC236}">
                  <a16:creationId xmlns:a16="http://schemas.microsoft.com/office/drawing/2014/main" id="{174F39CC-C484-E8BC-E91A-293738C36DCF}"/>
                </a:ext>
              </a:extLst>
            </p:cNvPr>
            <p:cNvCxnSpPr>
              <a:cxnSpLocks/>
            </p:cNvCxnSpPr>
            <p:nvPr/>
          </p:nvCxnSpPr>
          <p:spPr>
            <a:xfrm flipH="1">
              <a:off x="5365750" y="2619589"/>
              <a:ext cx="419100" cy="0"/>
            </a:xfrm>
            <a:prstGeom prst="line">
              <a:avLst/>
            </a:prstGeom>
            <a:ln w="76200"/>
          </p:spPr>
          <p:style>
            <a:lnRef idx="1">
              <a:schemeClr val="dk1"/>
            </a:lnRef>
            <a:fillRef idx="0">
              <a:schemeClr val="dk1"/>
            </a:fillRef>
            <a:effectRef idx="0">
              <a:schemeClr val="dk1"/>
            </a:effectRef>
            <a:fontRef idx="minor">
              <a:schemeClr val="tx1"/>
            </a:fontRef>
          </p:style>
        </p:cxnSp>
        <p:sp>
          <p:nvSpPr>
            <p:cNvPr id="25" name="アーチ 24">
              <a:extLst>
                <a:ext uri="{FF2B5EF4-FFF2-40B4-BE49-F238E27FC236}">
                  <a16:creationId xmlns:a16="http://schemas.microsoft.com/office/drawing/2014/main" id="{9D72BD78-9834-B221-FA32-10B7F09E8B1E}"/>
                </a:ext>
              </a:extLst>
            </p:cNvPr>
            <p:cNvSpPr/>
            <p:nvPr/>
          </p:nvSpPr>
          <p:spPr bwMode="auto">
            <a:xfrm rot="16200000">
              <a:off x="5791341" y="2319552"/>
              <a:ext cx="533118" cy="600074"/>
            </a:xfrm>
            <a:prstGeom prst="blockArc">
              <a:avLst>
                <a:gd name="adj1" fmla="val 10800000"/>
                <a:gd name="adj2" fmla="val 21402064"/>
                <a:gd name="adj3" fmla="val 5395"/>
              </a:avLst>
            </a:prstGeom>
            <a:solidFill>
              <a:schemeClr val="tx1"/>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29" name="吹き出し: 角を丸めた四角形 28">
            <a:extLst>
              <a:ext uri="{FF2B5EF4-FFF2-40B4-BE49-F238E27FC236}">
                <a16:creationId xmlns:a16="http://schemas.microsoft.com/office/drawing/2014/main" id="{7AEF0B62-43DC-0DA8-19C9-5828F7C7DBBC}"/>
              </a:ext>
            </a:extLst>
          </p:cNvPr>
          <p:cNvSpPr/>
          <p:nvPr/>
        </p:nvSpPr>
        <p:spPr bwMode="auto">
          <a:xfrm>
            <a:off x="1360922" y="1997243"/>
            <a:ext cx="2436378" cy="354499"/>
          </a:xfrm>
          <a:prstGeom prst="wedgeRoundRectCallout">
            <a:avLst>
              <a:gd name="adj1" fmla="val -7937"/>
              <a:gd name="adj2" fmla="val 142151"/>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今回作成する</a:t>
            </a:r>
            <a:r>
              <a:rPr kumimoji="1" lang="en-US" altLang="ja-JP" sz="1600" b="1" dirty="0">
                <a:latin typeface="+mn-ea"/>
                <a:cs typeface="メイリオ" pitchFamily="50" charset="-128"/>
              </a:rPr>
              <a:t>RTC</a:t>
            </a:r>
            <a:endParaRPr kumimoji="1" lang="ja-JP" altLang="en-US" sz="1600" b="1" dirty="0">
              <a:latin typeface="+mn-ea"/>
              <a:cs typeface="メイリオ" pitchFamily="50" charset="-128"/>
            </a:endParaRPr>
          </a:p>
        </p:txBody>
      </p:sp>
      <p:sp>
        <p:nvSpPr>
          <p:cNvPr id="30" name="テキスト ボックス 29">
            <a:extLst>
              <a:ext uri="{FF2B5EF4-FFF2-40B4-BE49-F238E27FC236}">
                <a16:creationId xmlns:a16="http://schemas.microsoft.com/office/drawing/2014/main" id="{8D04B075-B062-7078-0951-ED384908C1D5}"/>
              </a:ext>
            </a:extLst>
          </p:cNvPr>
          <p:cNvSpPr txBox="1"/>
          <p:nvPr/>
        </p:nvSpPr>
        <p:spPr>
          <a:xfrm>
            <a:off x="5447014" y="2493231"/>
            <a:ext cx="1384995" cy="469616"/>
          </a:xfrm>
          <a:prstGeom prst="rect">
            <a:avLst/>
          </a:prstGeom>
        </p:spPr>
        <p:txBody>
          <a:bodyPr vert="horz" wrap="none" lIns="0" tIns="0" rIns="0" bIns="0" rtlCol="0">
            <a:spAutoFit/>
          </a:bodyPr>
          <a:lstStyle/>
          <a:p>
            <a:pPr marL="0" indent="0" algn="ctr">
              <a:lnSpc>
                <a:spcPct val="120000"/>
              </a:lnSpc>
              <a:spcAft>
                <a:spcPts val="300"/>
              </a:spcAft>
              <a:buNone/>
            </a:pPr>
            <a:r>
              <a:rPr kumimoji="1" lang="ja-JP" altLang="en-US" sz="1200" dirty="0"/>
              <a:t>中レベル</a:t>
            </a:r>
            <a:endParaRPr kumimoji="1" lang="en-US" altLang="ja-JP" sz="1200" dirty="0"/>
          </a:p>
          <a:p>
            <a:pPr marL="0" indent="0" algn="ctr">
              <a:lnSpc>
                <a:spcPct val="120000"/>
              </a:lnSpc>
              <a:spcAft>
                <a:spcPts val="300"/>
              </a:spcAft>
              <a:buNone/>
            </a:pPr>
            <a:r>
              <a:rPr kumimoji="1" lang="ja-JP" altLang="en-US" sz="1200" dirty="0"/>
              <a:t>モーションコマンド</a:t>
            </a:r>
          </a:p>
        </p:txBody>
      </p:sp>
      <p:sp>
        <p:nvSpPr>
          <p:cNvPr id="31" name="テキスト ボックス 30">
            <a:extLst>
              <a:ext uri="{FF2B5EF4-FFF2-40B4-BE49-F238E27FC236}">
                <a16:creationId xmlns:a16="http://schemas.microsoft.com/office/drawing/2014/main" id="{6E63A339-408A-624C-6B5F-51703C4B8021}"/>
              </a:ext>
            </a:extLst>
          </p:cNvPr>
          <p:cNvSpPr txBox="1"/>
          <p:nvPr/>
        </p:nvSpPr>
        <p:spPr>
          <a:xfrm>
            <a:off x="5677846" y="3780875"/>
            <a:ext cx="923330" cy="209545"/>
          </a:xfrm>
          <a:prstGeom prst="rect">
            <a:avLst/>
          </a:prstGeom>
        </p:spPr>
        <p:txBody>
          <a:bodyPr vert="horz" wrap="none" lIns="0" tIns="0" rIns="0" bIns="0" rtlCol="0">
            <a:spAutoFit/>
          </a:bodyPr>
          <a:lstStyle/>
          <a:p>
            <a:pPr marL="0" indent="0" algn="ctr">
              <a:lnSpc>
                <a:spcPct val="120000"/>
              </a:lnSpc>
              <a:spcAft>
                <a:spcPts val="300"/>
              </a:spcAft>
              <a:buNone/>
            </a:pPr>
            <a:r>
              <a:rPr kumimoji="1" lang="ja-JP" altLang="en-US" sz="1200" dirty="0"/>
              <a:t>共通コマンド</a:t>
            </a:r>
          </a:p>
        </p:txBody>
      </p:sp>
      <p:sp>
        <p:nvSpPr>
          <p:cNvPr id="1024" name="テキスト ボックス 1023">
            <a:extLst>
              <a:ext uri="{FF2B5EF4-FFF2-40B4-BE49-F238E27FC236}">
                <a16:creationId xmlns:a16="http://schemas.microsoft.com/office/drawing/2014/main" id="{7882E0CC-0049-ECE0-59DA-8AFF047C6346}"/>
              </a:ext>
            </a:extLst>
          </p:cNvPr>
          <p:cNvSpPr txBox="1"/>
          <p:nvPr/>
        </p:nvSpPr>
        <p:spPr>
          <a:xfrm>
            <a:off x="1492004" y="5010598"/>
            <a:ext cx="9811981" cy="1500604"/>
          </a:xfrm>
          <a:prstGeom prst="rect">
            <a:avLst/>
          </a:prstGeom>
        </p:spPr>
        <p:txBody>
          <a:bodyPr vert="horz" wrap="none" lIns="0" tIns="0" rIns="0" bIns="0" rtlCol="0">
            <a:spAutoFit/>
          </a:bodyPr>
          <a:lstStyle/>
          <a:p>
            <a:pPr marL="342900" indent="-342900">
              <a:lnSpc>
                <a:spcPct val="120000"/>
              </a:lnSpc>
              <a:spcAft>
                <a:spcPts val="300"/>
              </a:spcAft>
              <a:buFont typeface="Arial" panose="020B0604020202020204" pitchFamily="34" charset="0"/>
              <a:buChar char="•"/>
            </a:pPr>
            <a:r>
              <a:rPr kumimoji="1" lang="ja-JP" altLang="en-US" sz="2000" dirty="0"/>
              <a:t>ロボットアーム制御機能共通インタフェースで定義されたコマンドを使用する。</a:t>
            </a:r>
            <a:endParaRPr kumimoji="1" lang="en-US" altLang="ja-JP" sz="2000" dirty="0"/>
          </a:p>
          <a:p>
            <a:pPr marL="800100" lvl="1" indent="-342900">
              <a:lnSpc>
                <a:spcPct val="120000"/>
              </a:lnSpc>
              <a:spcAft>
                <a:spcPts val="300"/>
              </a:spcAft>
              <a:buFont typeface="Arial" panose="020B0604020202020204" pitchFamily="34" charset="0"/>
              <a:buChar char="•"/>
            </a:pPr>
            <a:r>
              <a:rPr kumimoji="1" lang="en-US" altLang="ja-JP" sz="2000" b="1" dirty="0" err="1"/>
              <a:t>servoON</a:t>
            </a:r>
            <a:r>
              <a:rPr kumimoji="1" lang="ja-JP" altLang="en-US" sz="2000" dirty="0"/>
              <a:t>、</a:t>
            </a:r>
            <a:r>
              <a:rPr lang="en-US" altLang="ja-JP" b="1" dirty="0" err="1"/>
              <a:t>servoOFF</a:t>
            </a:r>
            <a:r>
              <a:rPr lang="ja-JP" altLang="en-US" dirty="0"/>
              <a:t>：関節のサーボをオン・オフする</a:t>
            </a:r>
            <a:r>
              <a:rPr lang="en-US" altLang="ja-JP" dirty="0"/>
              <a:t>(</a:t>
            </a:r>
            <a:r>
              <a:rPr lang="ja-JP" altLang="en-US" dirty="0"/>
              <a:t>共通コマンド</a:t>
            </a:r>
            <a:r>
              <a:rPr lang="en-US" altLang="ja-JP" dirty="0"/>
              <a:t>)</a:t>
            </a:r>
          </a:p>
          <a:p>
            <a:pPr marL="800100" lvl="1" indent="-342900">
              <a:lnSpc>
                <a:spcPct val="120000"/>
              </a:lnSpc>
              <a:spcAft>
                <a:spcPts val="300"/>
              </a:spcAft>
              <a:buFont typeface="Arial" panose="020B0604020202020204" pitchFamily="34" charset="0"/>
              <a:buChar char="•"/>
            </a:pPr>
            <a:r>
              <a:rPr lang="en-US" altLang="ja-JP" b="1" dirty="0" err="1"/>
              <a:t>goHome</a:t>
            </a:r>
            <a:r>
              <a:rPr lang="ja-JP" altLang="en-US" dirty="0"/>
              <a:t>：原点復帰位置に移動する</a:t>
            </a:r>
            <a:r>
              <a:rPr lang="en-US" altLang="ja-JP" dirty="0"/>
              <a:t>(</a:t>
            </a:r>
            <a:r>
              <a:rPr lang="ja-JP" altLang="en-US" dirty="0"/>
              <a:t>中レベル</a:t>
            </a:r>
            <a:r>
              <a:rPr lang="en-US" altLang="ja-JP" dirty="0"/>
              <a:t>)</a:t>
            </a:r>
          </a:p>
          <a:p>
            <a:pPr marL="800100" lvl="1" indent="-342900">
              <a:lnSpc>
                <a:spcPct val="120000"/>
              </a:lnSpc>
              <a:spcAft>
                <a:spcPts val="300"/>
              </a:spcAft>
              <a:buFont typeface="Arial" panose="020B0604020202020204" pitchFamily="34" charset="0"/>
              <a:buChar char="•"/>
            </a:pPr>
            <a:r>
              <a:rPr lang="en-US" altLang="ja-JP" b="1" dirty="0" err="1"/>
              <a:t>moveLinearCartesianAbs</a:t>
            </a:r>
            <a:r>
              <a:rPr lang="ja-JP" altLang="en-US" dirty="0"/>
              <a:t>：絶対値で指定した目標位置に移動する</a:t>
            </a:r>
            <a:r>
              <a:rPr lang="en-US" altLang="ja-JP" dirty="0"/>
              <a:t>(</a:t>
            </a:r>
            <a:r>
              <a:rPr lang="ja-JP" altLang="en-US" dirty="0"/>
              <a:t>中レベル</a:t>
            </a:r>
            <a:r>
              <a:rPr lang="en-US" altLang="ja-JP" dirty="0"/>
              <a:t>)</a:t>
            </a:r>
          </a:p>
        </p:txBody>
      </p:sp>
    </p:spTree>
    <p:extLst>
      <p:ext uri="{BB962C8B-B14F-4D97-AF65-F5344CB8AC3E}">
        <p14:creationId xmlns:p14="http://schemas.microsoft.com/office/powerpoint/2010/main" val="2739839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8C263C-6E96-3E9E-6A9F-61969CF8984D}"/>
              </a:ext>
            </a:extLst>
          </p:cNvPr>
          <p:cNvSpPr>
            <a:spLocks noGrp="1"/>
          </p:cNvSpPr>
          <p:nvPr>
            <p:ph type="title"/>
          </p:nvPr>
        </p:nvSpPr>
        <p:spPr/>
        <p:txBody>
          <a:bodyPr/>
          <a:lstStyle/>
          <a:p>
            <a:r>
              <a:rPr kumimoji="1" lang="en-US" altLang="ja-JP" dirty="0" err="1"/>
              <a:t>ArmController</a:t>
            </a:r>
            <a:r>
              <a:rPr kumimoji="1" lang="ja-JP" altLang="en-US" dirty="0"/>
              <a:t>コンポーネントの作成</a:t>
            </a:r>
          </a:p>
        </p:txBody>
      </p:sp>
      <p:sp>
        <p:nvSpPr>
          <p:cNvPr id="3" name="Rectangle 2">
            <a:extLst>
              <a:ext uri="{FF2B5EF4-FFF2-40B4-BE49-F238E27FC236}">
                <a16:creationId xmlns:a16="http://schemas.microsoft.com/office/drawing/2014/main" id="{72EC5589-25FB-B3C6-2540-F25E77295241}"/>
              </a:ext>
            </a:extLst>
          </p:cNvPr>
          <p:cNvSpPr txBox="1">
            <a:spLocks noChangeArrowheads="1"/>
          </p:cNvSpPr>
          <p:nvPr/>
        </p:nvSpPr>
        <p:spPr bwMode="auto">
          <a:xfrm>
            <a:off x="520944" y="993409"/>
            <a:ext cx="10873887" cy="1093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kern="0" dirty="0">
                <a:solidFill>
                  <a:srgbClr val="FF0000"/>
                </a:solidFill>
              </a:rPr>
              <a:t>※</a:t>
            </a:r>
            <a:r>
              <a:rPr lang="ja-JP" altLang="en-US" kern="0" dirty="0">
                <a:solidFill>
                  <a:srgbClr val="FF0000"/>
                </a:solidFill>
              </a:rPr>
              <a:t>ここからは</a:t>
            </a:r>
            <a:r>
              <a:rPr lang="en-US" altLang="ja-JP" kern="0" dirty="0">
                <a:solidFill>
                  <a:srgbClr val="FF0000"/>
                </a:solidFill>
              </a:rPr>
              <a:t>RTC Builder</a:t>
            </a:r>
            <a:r>
              <a:rPr lang="ja-JP" altLang="en-US" kern="0" dirty="0">
                <a:solidFill>
                  <a:srgbClr val="FF0000"/>
                </a:solidFill>
              </a:rPr>
              <a:t>で作業します</a:t>
            </a:r>
            <a:endParaRPr lang="en-US" altLang="ja-JP" kern="0" dirty="0">
              <a:solidFill>
                <a:srgbClr val="FF0000"/>
              </a:solidFill>
            </a:endParaRPr>
          </a:p>
          <a:p>
            <a:pPr eaLnBrk="1" hangingPunct="1">
              <a:lnSpc>
                <a:spcPct val="80000"/>
              </a:lnSpc>
              <a:defRPr/>
            </a:pPr>
            <a:r>
              <a:rPr lang="en-US" altLang="ja-JP" kern="0" dirty="0">
                <a:solidFill>
                  <a:srgbClr val="5F5F5F"/>
                </a:solidFill>
              </a:rPr>
              <a:t>RTC Builder</a:t>
            </a:r>
            <a:r>
              <a:rPr lang="ja-JP" altLang="en-US" kern="0" dirty="0">
                <a:solidFill>
                  <a:srgbClr val="5F5F5F"/>
                </a:solidFill>
              </a:rPr>
              <a:t>で以下の</a:t>
            </a:r>
            <a:r>
              <a:rPr lang="en-US" altLang="ja-JP" kern="0" dirty="0">
                <a:solidFill>
                  <a:srgbClr val="5F5F5F"/>
                </a:solidFill>
              </a:rPr>
              <a:t>RT</a:t>
            </a:r>
            <a:r>
              <a:rPr lang="ja-JP" altLang="en-US" kern="0" dirty="0">
                <a:solidFill>
                  <a:srgbClr val="5F5F5F"/>
                </a:solidFill>
              </a:rPr>
              <a:t>コンポーネントを作成する</a:t>
            </a:r>
            <a:endParaRPr lang="en-US" altLang="ja-JP" sz="2000" kern="0" dirty="0">
              <a:solidFill>
                <a:srgbClr val="FF0000"/>
              </a:solidFill>
            </a:endParaRPr>
          </a:p>
        </p:txBody>
      </p:sp>
      <p:graphicFrame>
        <p:nvGraphicFramePr>
          <p:cNvPr id="5" name="表 6">
            <a:extLst>
              <a:ext uri="{FF2B5EF4-FFF2-40B4-BE49-F238E27FC236}">
                <a16:creationId xmlns:a16="http://schemas.microsoft.com/office/drawing/2014/main" id="{8E9022FD-16B0-EA57-7500-6A5E16989246}"/>
              </a:ext>
            </a:extLst>
          </p:cNvPr>
          <p:cNvGraphicFramePr>
            <a:graphicFrameLocks noGrp="1"/>
          </p:cNvGraphicFramePr>
          <p:nvPr>
            <p:extLst>
              <p:ext uri="{D42A27DB-BD31-4B8C-83A1-F6EECF244321}">
                <p14:modId xmlns:p14="http://schemas.microsoft.com/office/powerpoint/2010/main" val="775512735"/>
              </p:ext>
            </p:extLst>
          </p:nvPr>
        </p:nvGraphicFramePr>
        <p:xfrm>
          <a:off x="2460516" y="2414852"/>
          <a:ext cx="7580896" cy="4069080"/>
        </p:xfrm>
        <a:graphic>
          <a:graphicData uri="http://schemas.openxmlformats.org/drawingml/2006/table">
            <a:tbl>
              <a:tblPr firstRow="1" bandRow="1"/>
              <a:tblGrid>
                <a:gridCol w="3790448">
                  <a:extLst>
                    <a:ext uri="{9D8B030D-6E8A-4147-A177-3AD203B41FA5}">
                      <a16:colId xmlns:a16="http://schemas.microsoft.com/office/drawing/2014/main" val="2802080858"/>
                    </a:ext>
                  </a:extLst>
                </a:gridCol>
                <a:gridCol w="3790448">
                  <a:extLst>
                    <a:ext uri="{9D8B030D-6E8A-4147-A177-3AD203B41FA5}">
                      <a16:colId xmlns:a16="http://schemas.microsoft.com/office/drawing/2014/main" val="4236560996"/>
                    </a:ext>
                  </a:extLst>
                </a:gridCol>
              </a:tblGrid>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ja-JP" altLang="en-US" dirty="0"/>
                        <a:t>基本</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hMerge="1">
                  <a:txBody>
                    <a:bodyPr/>
                    <a:lstStyle/>
                    <a:p>
                      <a:endParaRPr kumimoji="1" lang="ja-JP" altLang="en-US" dirty="0"/>
                    </a:p>
                  </a:txBody>
                  <a:tcPr/>
                </a:tc>
                <a:extLst>
                  <a:ext uri="{0D108BD9-81ED-4DB2-BD59-A6C34878D82A}">
                    <a16:rowId xmlns:a16="http://schemas.microsoft.com/office/drawing/2014/main" val="3611542088"/>
                  </a:ext>
                </a:extLst>
              </a:tr>
              <a:tr h="370840">
                <a:tc>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r>
                        <a:rPr kumimoji="1" lang="ja-JP" altLang="en-US" dirty="0"/>
                        <a:t>コンポーネント名</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tc>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r>
                        <a:rPr kumimoji="1" lang="en-US" altLang="ja-JP" dirty="0" err="1"/>
                        <a:t>ArmController</a:t>
                      </a:r>
                      <a:endParaRPr kumimoji="1" lang="ja-JP" altLang="en-US" dirty="0"/>
                    </a:p>
                  </a:txBody>
                  <a:tcPr>
                    <a:lnL w="12700" cmpd="sng">
                      <a:solidFill>
                        <a:srgbClr val="000000"/>
                      </a:solidFill>
                    </a:lnL>
                    <a:lnR w="12700" cmpd="sng">
                      <a:solidFill>
                        <a:srgbClr val="000000"/>
                      </a:solidFill>
                    </a:lnR>
                    <a:lnB w="12700" cmpd="sng">
                      <a:solidFill>
                        <a:srgbClr val="000000"/>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05501402"/>
                  </a:ext>
                </a:extLst>
              </a:tr>
              <a:tr h="370840">
                <a:tc>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言語</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tc>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C++</a:t>
                      </a:r>
                      <a:endParaRPr kumimoji="1" lang="ja-JP" altLang="en-US" dirty="0">
                        <a:solidFill>
                          <a:srgbClr val="FF0000"/>
                        </a:solidFill>
                      </a:endParaRP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22548274"/>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ja-JP" altLang="en-US" dirty="0"/>
                        <a:t>アクティビティ</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hMerge="1">
                  <a:txBody>
                    <a:bodyPr/>
                    <a:lstStyle/>
                    <a:p>
                      <a:endParaRPr kumimoji="1" lang="ja-JP" altLang="en-US" dirty="0"/>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4229034284"/>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en-US" altLang="ja-JP" sz="1800" b="0" i="0" kern="1200" dirty="0" err="1">
                          <a:solidFill>
                            <a:schemeClr val="tx1"/>
                          </a:solidFill>
                          <a:effectLst/>
                          <a:latin typeface="Arial"/>
                          <a:ea typeface="ＭＳ Ｐゴシック"/>
                          <a:cs typeface="+mn-cs"/>
                        </a:rPr>
                        <a:t>onActivated</a:t>
                      </a:r>
                      <a:r>
                        <a:rPr kumimoji="1" lang="en-US" altLang="ja-JP" sz="1800" b="0" i="0" kern="1200" dirty="0">
                          <a:solidFill>
                            <a:schemeClr val="tx1"/>
                          </a:solidFill>
                          <a:effectLst/>
                          <a:latin typeface="Arial"/>
                          <a:ea typeface="ＭＳ Ｐゴシック"/>
                          <a:cs typeface="+mn-cs"/>
                        </a:rPr>
                        <a:t>()</a:t>
                      </a:r>
                      <a:r>
                        <a:rPr kumimoji="1" lang="ja-JP" altLang="en-US" sz="1800" b="0" i="0" kern="1200" dirty="0">
                          <a:solidFill>
                            <a:schemeClr val="tx1"/>
                          </a:solidFill>
                          <a:effectLst/>
                          <a:latin typeface="Arial"/>
                          <a:ea typeface="ＭＳ Ｐゴシック"/>
                          <a:cs typeface="+mn-cs"/>
                        </a:rPr>
                        <a:t>、</a:t>
                      </a:r>
                      <a:r>
                        <a:rPr kumimoji="1" lang="en-US" altLang="ja-JP" sz="1800" b="0" i="0" kern="1200" dirty="0" err="1">
                          <a:solidFill>
                            <a:schemeClr val="tx1"/>
                          </a:solidFill>
                          <a:effectLst/>
                          <a:latin typeface="Arial"/>
                          <a:ea typeface="ＭＳ Ｐゴシック"/>
                          <a:cs typeface="+mn-cs"/>
                        </a:rPr>
                        <a:t>onDeactivated</a:t>
                      </a:r>
                      <a:r>
                        <a:rPr kumimoji="1" lang="en-US" altLang="ja-JP" sz="1800" b="0" i="0" kern="1200" dirty="0">
                          <a:solidFill>
                            <a:schemeClr val="tx1"/>
                          </a:solidFill>
                          <a:effectLst/>
                          <a:latin typeface="Arial"/>
                          <a:ea typeface="ＭＳ Ｐゴシック"/>
                          <a:cs typeface="+mn-cs"/>
                        </a:rPr>
                        <a:t>()</a:t>
                      </a:r>
                      <a:r>
                        <a:rPr kumimoji="1" lang="ja-JP" altLang="en-US" sz="1800" b="0" i="0" kern="1200" dirty="0">
                          <a:solidFill>
                            <a:schemeClr val="tx1"/>
                          </a:solidFill>
                          <a:effectLst/>
                          <a:latin typeface="Arial"/>
                          <a:ea typeface="ＭＳ Ｐゴシック"/>
                          <a:cs typeface="+mn-cs"/>
                        </a:rPr>
                        <a:t>、</a:t>
                      </a:r>
                      <a:r>
                        <a:rPr kumimoji="1" lang="en-US" altLang="ja-JP" sz="1800" b="0" i="0" kern="1200" dirty="0" err="1">
                          <a:solidFill>
                            <a:schemeClr val="tx1"/>
                          </a:solidFill>
                          <a:effectLst/>
                          <a:latin typeface="Arial"/>
                          <a:ea typeface="ＭＳ Ｐゴシック"/>
                          <a:cs typeface="+mn-cs"/>
                        </a:rPr>
                        <a:t>onExecute</a:t>
                      </a:r>
                      <a:r>
                        <a:rPr kumimoji="1" lang="en-US" altLang="ja-JP" sz="1800" b="0" i="0" kern="1200" dirty="0">
                          <a:solidFill>
                            <a:schemeClr val="tx1"/>
                          </a:solidFill>
                          <a:effectLst/>
                          <a:latin typeface="Arial"/>
                          <a:ea typeface="ＭＳ Ｐゴシック"/>
                          <a:cs typeface="+mn-cs"/>
                        </a:rPr>
                        <a:t>()</a:t>
                      </a:r>
                      <a:endParaRPr kumimoji="1" lang="ja-JP" altLang="en-US" dirty="0"/>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tc hMerge="1">
                  <a:txBody>
                    <a:bodyPr/>
                    <a:lstStyle/>
                    <a:p>
                      <a:endParaRPr kumimoji="1" lang="ja-JP" altLang="en-US" dirty="0"/>
                    </a:p>
                  </a:txBody>
                  <a:tcPr/>
                </a:tc>
                <a:extLst>
                  <a:ext uri="{0D108BD9-81ED-4DB2-BD59-A6C34878D82A}">
                    <a16:rowId xmlns:a16="http://schemas.microsoft.com/office/drawing/2014/main" val="2573913116"/>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データポート</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hMerge="1">
                  <a:txBody>
                    <a:bodyPr/>
                    <a:lstStyle/>
                    <a:p>
                      <a:endParaRPr kumimoji="1" lang="ja-JP" altLang="en-US" dirty="0"/>
                    </a:p>
                  </a:txBody>
                  <a:tcPr/>
                </a:tc>
                <a:extLst>
                  <a:ext uri="{0D108BD9-81ED-4DB2-BD59-A6C34878D82A}">
                    <a16:rowId xmlns:a16="http://schemas.microsoft.com/office/drawing/2014/main" val="1334201850"/>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ja-JP" altLang="en-US" dirty="0"/>
                        <a:t>なし</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tc hMerge="1">
                  <a:txBody>
                    <a:bodyPr/>
                    <a:lstStyle/>
                    <a:p>
                      <a:endParaRPr kumimoji="1" lang="ja-JP" altLang="en-US" dirty="0"/>
                    </a:p>
                  </a:txBody>
                  <a:tcPr/>
                </a:tc>
                <a:extLst>
                  <a:ext uri="{0D108BD9-81ED-4DB2-BD59-A6C34878D82A}">
                    <a16:rowId xmlns:a16="http://schemas.microsoft.com/office/drawing/2014/main" val="2746277215"/>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dirty="0"/>
                        <a:t>サービスポート</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hMerge="1">
                  <a:txBody>
                    <a:bodyPr/>
                    <a:lstStyle/>
                    <a:p>
                      <a:endParaRPr kumimoji="1" lang="ja-JP" altLang="en-US" dirty="0"/>
                    </a:p>
                  </a:txBody>
                  <a:tcPr/>
                </a:tc>
                <a:extLst>
                  <a:ext uri="{0D108BD9-81ED-4DB2-BD59-A6C34878D82A}">
                    <a16:rowId xmlns:a16="http://schemas.microsoft.com/office/drawing/2014/main" val="1649397309"/>
                  </a:ext>
                </a:extLst>
              </a:tr>
              <a:tr h="37084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ja-JP" altLang="en-US" dirty="0"/>
                        <a:t>次のスライド以降で説明</a:t>
                      </a:r>
                    </a:p>
                  </a:txBody>
                  <a:tcPr>
                    <a:lnL w="12700" cmpd="sng">
                      <a:solidFill>
                        <a:srgbClr val="000000"/>
                      </a:solidFill>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FFFFFF"/>
                    </a:solidFill>
                  </a:tcPr>
                </a:tc>
                <a:tc hMerge="1">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endParaRPr lang="ja-JP" altLang="en-US" dirty="0"/>
                    </a:p>
                  </a:txBody>
                  <a:tcPr>
                    <a:lnL w="12700" cmpd="sng">
                      <a:solidFill>
                        <a:srgbClr val="000000"/>
                      </a:solidFill>
                    </a:lnL>
                    <a:lnR w="12700" cmpd="sng">
                      <a:solidFill>
                        <a:srgbClr val="000000"/>
                      </a:solidFill>
                    </a:lnR>
                    <a:lnB w="12700" cmpd="sng">
                      <a:solidFill>
                        <a:srgbClr val="000000"/>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81109024"/>
                  </a:ext>
                </a:extLst>
              </a:tr>
              <a:tr h="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algn="ctr"/>
                      <a:r>
                        <a:rPr kumimoji="1" lang="ja-JP" altLang="en-US" dirty="0"/>
                        <a:t>コンフィギュレーション</a:t>
                      </a:r>
                    </a:p>
                  </a:txBody>
                  <a:tcPr>
                    <a:lnL w="12700" cmpd="sng">
                      <a:solidFill>
                        <a:srgbClr val="000000"/>
                      </a:solidFill>
                    </a:lnL>
                    <a:lnR w="12700" cmpd="sng">
                      <a:solidFill>
                        <a:srgbClr val="000000"/>
                      </a:solidFill>
                    </a:lnR>
                    <a:lnT w="12700" cap="flat" cmpd="sng" algn="ctr">
                      <a:solidFill>
                        <a:srgbClr val="000000"/>
                      </a:solidFill>
                      <a:prstDash val="solid"/>
                      <a:round/>
                      <a:headEnd type="none" w="med" len="med"/>
                      <a:tailEnd type="none" w="med" len="med"/>
                    </a:lnT>
                    <a:lnB w="12700" cmpd="sng">
                      <a:solidFill>
                        <a:srgbClr val="000000"/>
                      </a:solidFill>
                    </a:lnB>
                    <a:lnTlToBr w="12700" cmpd="sng">
                      <a:noFill/>
                      <a:prstDash val="solid"/>
                    </a:lnTlToBr>
                    <a:lnBlToTr w="12700" cmpd="sng">
                      <a:noFill/>
                      <a:prstDash val="solid"/>
                    </a:lnBlToTr>
                    <a:solidFill>
                      <a:srgbClr val="2D2D8A">
                        <a:lumMod val="20000"/>
                        <a:lumOff val="80000"/>
                      </a:srgbClr>
                    </a:solidFill>
                  </a:tcPr>
                </a:tc>
                <a:tc hMerge="1">
                  <a:txBody>
                    <a:bodyPr/>
                    <a:lstStyle/>
                    <a:p>
                      <a:endParaRPr kumimoji="1" lang="ja-JP" altLang="en-US" dirty="0"/>
                    </a:p>
                  </a:txBody>
                  <a:tcPr>
                    <a:lnT w="12700" cap="flat" cmpd="sng" algn="ctr">
                      <a:solidFill>
                        <a:srgbClr val="000000"/>
                      </a:solidFill>
                      <a:prstDash val="solid"/>
                      <a:round/>
                      <a:headEnd type="none" w="med" len="med"/>
                      <a:tailEnd type="none" w="med" len="med"/>
                    </a:lnT>
                  </a:tcPr>
                </a:tc>
                <a:extLst>
                  <a:ext uri="{0D108BD9-81ED-4DB2-BD59-A6C34878D82A}">
                    <a16:rowId xmlns:a16="http://schemas.microsoft.com/office/drawing/2014/main" val="2245014743"/>
                  </a:ext>
                </a:extLst>
              </a:tr>
              <a:tr h="0">
                <a:tc gridSpan="2">
                  <a:txBody>
                    <a:bodyPr/>
                    <a:lstStyle>
                      <a:lvl1pPr marL="0" algn="l" defTabSz="914425" rtl="0" eaLnBrk="1" latinLnBrk="0" hangingPunct="1">
                        <a:defRPr kumimoji="1" sz="1800" kern="1200">
                          <a:solidFill>
                            <a:schemeClr val="tx1"/>
                          </a:solidFill>
                          <a:latin typeface="Arial"/>
                          <a:ea typeface="ＭＳ Ｐゴシック"/>
                        </a:defRPr>
                      </a:lvl1pPr>
                      <a:lvl2pPr marL="457213" algn="l" defTabSz="914425" rtl="0" eaLnBrk="1" latinLnBrk="0" hangingPunct="1">
                        <a:defRPr kumimoji="1" sz="1800" kern="1200">
                          <a:solidFill>
                            <a:schemeClr val="tx1"/>
                          </a:solidFill>
                          <a:latin typeface="Arial"/>
                          <a:ea typeface="ＭＳ Ｐゴシック"/>
                        </a:defRPr>
                      </a:lvl2pPr>
                      <a:lvl3pPr marL="914425" algn="l" defTabSz="914425" rtl="0" eaLnBrk="1" latinLnBrk="0" hangingPunct="1">
                        <a:defRPr kumimoji="1" sz="1800" kern="1200">
                          <a:solidFill>
                            <a:schemeClr val="tx1"/>
                          </a:solidFill>
                          <a:latin typeface="Arial"/>
                          <a:ea typeface="ＭＳ Ｐゴシック"/>
                        </a:defRPr>
                      </a:lvl3pPr>
                      <a:lvl4pPr marL="1371639" algn="l" defTabSz="914425" rtl="0" eaLnBrk="1" latinLnBrk="0" hangingPunct="1">
                        <a:defRPr kumimoji="1" sz="1800" kern="1200">
                          <a:solidFill>
                            <a:schemeClr val="tx1"/>
                          </a:solidFill>
                          <a:latin typeface="Arial"/>
                          <a:ea typeface="ＭＳ Ｐゴシック"/>
                        </a:defRPr>
                      </a:lvl4pPr>
                      <a:lvl5pPr marL="1828851" algn="l" defTabSz="914425" rtl="0" eaLnBrk="1" latinLnBrk="0" hangingPunct="1">
                        <a:defRPr kumimoji="1" sz="1800" kern="1200">
                          <a:solidFill>
                            <a:schemeClr val="tx1"/>
                          </a:solidFill>
                          <a:latin typeface="Arial"/>
                          <a:ea typeface="ＭＳ Ｐゴシック"/>
                        </a:defRPr>
                      </a:lvl5pPr>
                      <a:lvl6pPr marL="2286064" algn="l" defTabSz="914425" rtl="0" eaLnBrk="1" latinLnBrk="0" hangingPunct="1">
                        <a:defRPr kumimoji="1" sz="1800" kern="1200">
                          <a:solidFill>
                            <a:schemeClr val="tx1"/>
                          </a:solidFill>
                          <a:latin typeface="Arial"/>
                          <a:ea typeface="ＭＳ Ｐゴシック"/>
                        </a:defRPr>
                      </a:lvl6pPr>
                      <a:lvl7pPr marL="2743276" algn="l" defTabSz="914425" rtl="0" eaLnBrk="1" latinLnBrk="0" hangingPunct="1">
                        <a:defRPr kumimoji="1" sz="1800" kern="1200">
                          <a:solidFill>
                            <a:schemeClr val="tx1"/>
                          </a:solidFill>
                          <a:latin typeface="Arial"/>
                          <a:ea typeface="ＭＳ Ｐゴシック"/>
                        </a:defRPr>
                      </a:lvl7pPr>
                      <a:lvl8pPr marL="3200490" algn="l" defTabSz="914425" rtl="0" eaLnBrk="1" latinLnBrk="0" hangingPunct="1">
                        <a:defRPr kumimoji="1" sz="1800" kern="1200">
                          <a:solidFill>
                            <a:schemeClr val="tx1"/>
                          </a:solidFill>
                          <a:latin typeface="Arial"/>
                          <a:ea typeface="ＭＳ Ｐゴシック"/>
                        </a:defRPr>
                      </a:lvl8pPr>
                      <a:lvl9pPr marL="3657702" algn="l" defTabSz="914425" rtl="0" eaLnBrk="1" latinLnBrk="0" hangingPunct="1">
                        <a:defRPr kumimoji="1" sz="1800" kern="1200">
                          <a:solidFill>
                            <a:schemeClr val="tx1"/>
                          </a:solidFill>
                          <a:latin typeface="Arial"/>
                          <a:ea typeface="ＭＳ Ｐゴシック"/>
                        </a:defRPr>
                      </a:lvl9pPr>
                    </a:lstStyle>
                    <a:p>
                      <a:pPr marL="0" marR="0" lvl="0" indent="0" algn="ctr" defTabSz="914425" rtl="0" eaLnBrk="1" fontAlgn="auto" latinLnBrk="0" hangingPunct="1">
                        <a:lnSpc>
                          <a:spcPct val="100000"/>
                        </a:lnSpc>
                        <a:spcBef>
                          <a:spcPts val="0"/>
                        </a:spcBef>
                        <a:spcAft>
                          <a:spcPts val="0"/>
                        </a:spcAft>
                        <a:buClrTx/>
                        <a:buSzTx/>
                        <a:buFontTx/>
                        <a:buNone/>
                        <a:tabLst/>
                        <a:defRPr/>
                      </a:pPr>
                      <a:r>
                        <a:rPr kumimoji="1" lang="ja-JP" altLang="en-US" dirty="0"/>
                        <a:t>次のスライド以降で説明</a:t>
                      </a:r>
                    </a:p>
                  </a:txBody>
                  <a:tcPr>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solidFill>
                      <a:srgbClr val="FFFFFF"/>
                    </a:solidFill>
                  </a:tcPr>
                </a:tc>
                <a:tc hMerge="1">
                  <a:txBody>
                    <a:bodyPr/>
                    <a:lstStyle/>
                    <a:p>
                      <a:endParaRPr kumimoji="1" lang="ja-JP" altLang="en-US" dirty="0"/>
                    </a:p>
                  </a:txBody>
                  <a:tcPr/>
                </a:tc>
                <a:extLst>
                  <a:ext uri="{0D108BD9-81ED-4DB2-BD59-A6C34878D82A}">
                    <a16:rowId xmlns:a16="http://schemas.microsoft.com/office/drawing/2014/main" val="95156961"/>
                  </a:ext>
                </a:extLst>
              </a:tr>
            </a:tbl>
          </a:graphicData>
        </a:graphic>
      </p:graphicFrame>
    </p:spTree>
    <p:extLst>
      <p:ext uri="{BB962C8B-B14F-4D97-AF65-F5344CB8AC3E}">
        <p14:creationId xmlns:p14="http://schemas.microsoft.com/office/powerpoint/2010/main" val="4115065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2A7140-AE33-3806-56E7-5A12D6487FE2}"/>
              </a:ext>
            </a:extLst>
          </p:cNvPr>
          <p:cNvSpPr>
            <a:spLocks noGrp="1"/>
          </p:cNvSpPr>
          <p:nvPr>
            <p:ph type="title"/>
          </p:nvPr>
        </p:nvSpPr>
        <p:spPr/>
        <p:txBody>
          <a:bodyPr/>
          <a:lstStyle/>
          <a:p>
            <a:r>
              <a:rPr kumimoji="1" lang="ja-JP" altLang="en-US" dirty="0"/>
              <a:t>コンフィギュレーションの設定</a:t>
            </a:r>
          </a:p>
        </p:txBody>
      </p:sp>
      <p:sp>
        <p:nvSpPr>
          <p:cNvPr id="3" name="Rectangle 2">
            <a:extLst>
              <a:ext uri="{FF2B5EF4-FFF2-40B4-BE49-F238E27FC236}">
                <a16:creationId xmlns:a16="http://schemas.microsoft.com/office/drawing/2014/main" id="{636ADED8-EDF0-57FF-4730-C185A95822D3}"/>
              </a:ext>
            </a:extLst>
          </p:cNvPr>
          <p:cNvSpPr txBox="1">
            <a:spLocks noChangeArrowheads="1"/>
          </p:cNvSpPr>
          <p:nvPr/>
        </p:nvSpPr>
        <p:spPr bwMode="auto">
          <a:xfrm>
            <a:off x="347663" y="971550"/>
            <a:ext cx="10993437"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以下のコンフィギュレーションパラメータを設定する</a:t>
            </a:r>
            <a:endParaRPr lang="en-US" altLang="ja-JP" sz="2800" kern="0" dirty="0">
              <a:solidFill>
                <a:srgbClr val="5F5F5F"/>
              </a:solidFill>
            </a:endParaRPr>
          </a:p>
          <a:p>
            <a:pPr lvl="1" eaLnBrk="1" hangingPunct="1">
              <a:lnSpc>
                <a:spcPct val="80000"/>
              </a:lnSpc>
              <a:defRPr/>
            </a:pPr>
            <a:r>
              <a:rPr lang="en-US" altLang="ja-JP" sz="2400" b="1" kern="0" dirty="0" err="1">
                <a:solidFill>
                  <a:srgbClr val="FF0000"/>
                </a:solidFill>
                <a:latin typeface="+mn-ea"/>
              </a:rPr>
              <a:t>pos_x</a:t>
            </a:r>
            <a:endParaRPr lang="en-US" altLang="ja-JP" sz="2400" b="1" kern="0" dirty="0">
              <a:solidFill>
                <a:srgbClr val="FF0000"/>
              </a:solidFill>
              <a:latin typeface="+mn-ea"/>
            </a:endParaRPr>
          </a:p>
          <a:p>
            <a:pPr lvl="2" eaLnBrk="1" hangingPunct="1">
              <a:lnSpc>
                <a:spcPct val="80000"/>
              </a:lnSpc>
              <a:defRPr/>
            </a:pPr>
            <a:r>
              <a:rPr lang="ja-JP" altLang="en-US" sz="1800" kern="0" dirty="0">
                <a:solidFill>
                  <a:srgbClr val="5F5F5F"/>
                </a:solidFill>
              </a:rPr>
              <a:t>データ型：</a:t>
            </a:r>
            <a:r>
              <a:rPr lang="en-US" altLang="ja-JP" sz="1800" kern="0" dirty="0">
                <a:solidFill>
                  <a:srgbClr val="5F5F5F"/>
                </a:solidFill>
              </a:rPr>
              <a:t>double</a:t>
            </a:r>
          </a:p>
          <a:p>
            <a:pPr lvl="2" eaLnBrk="1" hangingPunct="1">
              <a:lnSpc>
                <a:spcPct val="80000"/>
              </a:lnSpc>
              <a:defRPr/>
            </a:pPr>
            <a:r>
              <a:rPr lang="ja-JP" altLang="en-US" sz="1800" kern="0" dirty="0">
                <a:solidFill>
                  <a:srgbClr val="5F5F5F"/>
                </a:solidFill>
              </a:rPr>
              <a:t>デフォルト値： </a:t>
            </a:r>
            <a:r>
              <a:rPr lang="en-US" altLang="ja-JP" sz="1800" kern="0" dirty="0">
                <a:solidFill>
                  <a:srgbClr val="5F5F5F"/>
                </a:solidFill>
              </a:rPr>
              <a:t>0.2</a:t>
            </a:r>
          </a:p>
          <a:p>
            <a:pPr lvl="2" eaLnBrk="1" hangingPunct="1">
              <a:lnSpc>
                <a:spcPct val="80000"/>
              </a:lnSpc>
              <a:defRPr/>
            </a:pPr>
            <a:r>
              <a:rPr lang="ja-JP" altLang="en-US" sz="1800" kern="0" dirty="0">
                <a:solidFill>
                  <a:srgbClr val="5F5F5F"/>
                </a:solidFill>
              </a:rPr>
              <a:t>制約条件：</a:t>
            </a:r>
            <a:r>
              <a:rPr lang="en-US" altLang="ja-JP" sz="1800" kern="0" dirty="0">
                <a:solidFill>
                  <a:srgbClr val="5F5F5F"/>
                </a:solidFill>
              </a:rPr>
              <a:t> -0.3&lt;x&lt;0.3</a:t>
            </a:r>
          </a:p>
          <a:p>
            <a:pPr lvl="2" eaLnBrk="1" hangingPunct="1">
              <a:lnSpc>
                <a:spcPct val="80000"/>
              </a:lnSpc>
              <a:defRPr/>
            </a:pPr>
            <a:r>
              <a:rPr lang="en-US" altLang="ja-JP" sz="1800" kern="0" dirty="0">
                <a:solidFill>
                  <a:srgbClr val="5F5F5F"/>
                </a:solidFill>
              </a:rPr>
              <a:t>Widget</a:t>
            </a:r>
            <a:r>
              <a:rPr lang="ja-JP" altLang="en-US" sz="1800" kern="0" dirty="0">
                <a:solidFill>
                  <a:srgbClr val="5F5F5F"/>
                </a:solidFill>
              </a:rPr>
              <a:t>：</a:t>
            </a:r>
            <a:r>
              <a:rPr lang="en-US" altLang="ja-JP" sz="1800" kern="0" dirty="0">
                <a:solidFill>
                  <a:srgbClr val="5F5F5F"/>
                </a:solidFill>
              </a:rPr>
              <a:t>text</a:t>
            </a:r>
          </a:p>
          <a:p>
            <a:pPr lvl="2" eaLnBrk="1" hangingPunct="1">
              <a:lnSpc>
                <a:spcPct val="80000"/>
              </a:lnSpc>
              <a:defRPr/>
            </a:pPr>
            <a:r>
              <a:rPr lang="ja-JP" altLang="en-US" sz="1800" kern="0" dirty="0">
                <a:solidFill>
                  <a:srgbClr val="5F5F5F"/>
                </a:solidFill>
              </a:rPr>
              <a:t>他の項目は任意</a:t>
            </a:r>
            <a:endParaRPr lang="en-US" altLang="ja-JP" sz="1800" kern="0" dirty="0">
              <a:solidFill>
                <a:srgbClr val="5F5F5F"/>
              </a:solidFill>
            </a:endParaRPr>
          </a:p>
          <a:p>
            <a:pPr lvl="1" eaLnBrk="1" hangingPunct="1">
              <a:lnSpc>
                <a:spcPct val="80000"/>
              </a:lnSpc>
              <a:defRPr/>
            </a:pPr>
            <a:r>
              <a:rPr lang="en-US" altLang="ja-JP" sz="2400" b="1" kern="0" dirty="0" err="1">
                <a:solidFill>
                  <a:srgbClr val="FF0000"/>
                </a:solidFill>
                <a:latin typeface="+mn-ea"/>
              </a:rPr>
              <a:t>pos_y</a:t>
            </a:r>
            <a:endParaRPr lang="en-US" altLang="ja-JP" sz="2400" b="1" kern="0" dirty="0">
              <a:solidFill>
                <a:srgbClr val="FF0000"/>
              </a:solidFill>
              <a:latin typeface="+mn-ea"/>
            </a:endParaRPr>
          </a:p>
          <a:p>
            <a:pPr lvl="2" eaLnBrk="1" hangingPunct="1">
              <a:lnSpc>
                <a:spcPct val="80000"/>
              </a:lnSpc>
              <a:defRPr/>
            </a:pPr>
            <a:r>
              <a:rPr lang="ja-JP" altLang="en-US" sz="1800" kern="0" dirty="0">
                <a:solidFill>
                  <a:srgbClr val="5F5F5F"/>
                </a:solidFill>
              </a:rPr>
              <a:t>データ型：</a:t>
            </a:r>
            <a:r>
              <a:rPr lang="en-US" altLang="ja-JP" sz="1800" kern="0" dirty="0">
                <a:solidFill>
                  <a:srgbClr val="5F5F5F"/>
                </a:solidFill>
              </a:rPr>
              <a:t>double</a:t>
            </a:r>
          </a:p>
          <a:p>
            <a:pPr lvl="2" eaLnBrk="1" hangingPunct="1">
              <a:lnSpc>
                <a:spcPct val="80000"/>
              </a:lnSpc>
              <a:defRPr/>
            </a:pPr>
            <a:r>
              <a:rPr lang="ja-JP" altLang="en-US" sz="1800" kern="0" dirty="0">
                <a:solidFill>
                  <a:srgbClr val="5F5F5F"/>
                </a:solidFill>
              </a:rPr>
              <a:t>デフォルト値： </a:t>
            </a:r>
            <a:r>
              <a:rPr lang="en-US" altLang="ja-JP" sz="1800" kern="0" dirty="0">
                <a:solidFill>
                  <a:srgbClr val="5F5F5F"/>
                </a:solidFill>
              </a:rPr>
              <a:t>0.0</a:t>
            </a:r>
          </a:p>
          <a:p>
            <a:pPr lvl="2" eaLnBrk="1" hangingPunct="1">
              <a:lnSpc>
                <a:spcPct val="80000"/>
              </a:lnSpc>
              <a:defRPr/>
            </a:pPr>
            <a:r>
              <a:rPr lang="ja-JP" altLang="en-US" sz="1800" kern="0" dirty="0">
                <a:solidFill>
                  <a:srgbClr val="5F5F5F"/>
                </a:solidFill>
              </a:rPr>
              <a:t>制約条件：</a:t>
            </a:r>
            <a:r>
              <a:rPr lang="en-US" altLang="ja-JP" sz="1800" kern="0" dirty="0">
                <a:solidFill>
                  <a:srgbClr val="5F5F5F"/>
                </a:solidFill>
              </a:rPr>
              <a:t> -0.3&lt;x&lt;0.3</a:t>
            </a:r>
          </a:p>
          <a:p>
            <a:pPr lvl="2" eaLnBrk="1" hangingPunct="1">
              <a:lnSpc>
                <a:spcPct val="80000"/>
              </a:lnSpc>
              <a:defRPr/>
            </a:pPr>
            <a:r>
              <a:rPr lang="en-US" altLang="ja-JP" sz="1800" kern="0" dirty="0">
                <a:solidFill>
                  <a:srgbClr val="5F5F5F"/>
                </a:solidFill>
              </a:rPr>
              <a:t>Widget</a:t>
            </a:r>
            <a:r>
              <a:rPr lang="ja-JP" altLang="en-US" sz="1800" kern="0" dirty="0">
                <a:solidFill>
                  <a:srgbClr val="5F5F5F"/>
                </a:solidFill>
              </a:rPr>
              <a:t>：</a:t>
            </a:r>
            <a:r>
              <a:rPr lang="en-US" altLang="ja-JP" sz="1800" kern="0" dirty="0">
                <a:solidFill>
                  <a:srgbClr val="5F5F5F"/>
                </a:solidFill>
              </a:rPr>
              <a:t> text</a:t>
            </a:r>
          </a:p>
          <a:p>
            <a:pPr lvl="2" eaLnBrk="1" hangingPunct="1">
              <a:lnSpc>
                <a:spcPct val="80000"/>
              </a:lnSpc>
              <a:defRPr/>
            </a:pPr>
            <a:r>
              <a:rPr lang="ja-JP" altLang="en-US" sz="1800" kern="0" dirty="0">
                <a:solidFill>
                  <a:srgbClr val="5F5F5F"/>
                </a:solidFill>
              </a:rPr>
              <a:t>他の項目は任意</a:t>
            </a:r>
            <a:endParaRPr lang="en-US" altLang="ja-JP" sz="2000" kern="0" dirty="0">
              <a:solidFill>
                <a:srgbClr val="5F5F5F"/>
              </a:solidFill>
            </a:endParaRPr>
          </a:p>
          <a:p>
            <a:pPr lvl="1" eaLnBrk="1" hangingPunct="1">
              <a:lnSpc>
                <a:spcPct val="80000"/>
              </a:lnSpc>
              <a:defRPr/>
            </a:pPr>
            <a:r>
              <a:rPr lang="en-US" altLang="ja-JP" sz="2400" b="1" kern="0" dirty="0" err="1">
                <a:solidFill>
                  <a:srgbClr val="FF0000"/>
                </a:solidFill>
                <a:latin typeface="+mn-ea"/>
              </a:rPr>
              <a:t>pos_z</a:t>
            </a:r>
            <a:endParaRPr lang="en-US" altLang="ja-JP" sz="2400" b="1" kern="0" dirty="0">
              <a:solidFill>
                <a:srgbClr val="FF0000"/>
              </a:solidFill>
              <a:latin typeface="+mn-ea"/>
            </a:endParaRPr>
          </a:p>
          <a:p>
            <a:pPr lvl="2" eaLnBrk="1" hangingPunct="1">
              <a:lnSpc>
                <a:spcPct val="80000"/>
              </a:lnSpc>
              <a:defRPr/>
            </a:pPr>
            <a:r>
              <a:rPr lang="ja-JP" altLang="en-US" sz="1800" kern="0" dirty="0">
                <a:solidFill>
                  <a:srgbClr val="5F5F5F"/>
                </a:solidFill>
              </a:rPr>
              <a:t>データ型：</a:t>
            </a:r>
            <a:r>
              <a:rPr lang="en-US" altLang="ja-JP" sz="1800" kern="0" dirty="0">
                <a:solidFill>
                  <a:srgbClr val="5F5F5F"/>
                </a:solidFill>
              </a:rPr>
              <a:t>double</a:t>
            </a:r>
          </a:p>
          <a:p>
            <a:pPr lvl="2" eaLnBrk="1" hangingPunct="1">
              <a:lnSpc>
                <a:spcPct val="80000"/>
              </a:lnSpc>
              <a:defRPr/>
            </a:pPr>
            <a:r>
              <a:rPr lang="ja-JP" altLang="en-US" sz="1800" kern="0" dirty="0">
                <a:solidFill>
                  <a:srgbClr val="5F5F5F"/>
                </a:solidFill>
              </a:rPr>
              <a:t>デフォルト値： </a:t>
            </a:r>
            <a:r>
              <a:rPr lang="en-US" altLang="ja-JP" sz="1800" kern="0" dirty="0">
                <a:solidFill>
                  <a:srgbClr val="5F5F5F"/>
                </a:solidFill>
              </a:rPr>
              <a:t>0.16</a:t>
            </a:r>
          </a:p>
          <a:p>
            <a:pPr lvl="2" eaLnBrk="1" hangingPunct="1">
              <a:lnSpc>
                <a:spcPct val="80000"/>
              </a:lnSpc>
              <a:defRPr/>
            </a:pPr>
            <a:r>
              <a:rPr lang="ja-JP" altLang="en-US" sz="1800" kern="0" dirty="0">
                <a:solidFill>
                  <a:srgbClr val="5F5F5F"/>
                </a:solidFill>
              </a:rPr>
              <a:t>制約条件：</a:t>
            </a:r>
            <a:r>
              <a:rPr lang="en-US" altLang="ja-JP" sz="1800" kern="0" dirty="0">
                <a:solidFill>
                  <a:srgbClr val="5F5F5F"/>
                </a:solidFill>
              </a:rPr>
              <a:t> -0.0&lt;x&lt;0.45</a:t>
            </a:r>
          </a:p>
          <a:p>
            <a:pPr lvl="2" eaLnBrk="1" hangingPunct="1">
              <a:lnSpc>
                <a:spcPct val="80000"/>
              </a:lnSpc>
              <a:defRPr/>
            </a:pPr>
            <a:r>
              <a:rPr lang="en-US" altLang="ja-JP" sz="1800" kern="0" dirty="0">
                <a:solidFill>
                  <a:srgbClr val="5F5F5F"/>
                </a:solidFill>
              </a:rPr>
              <a:t>Widget</a:t>
            </a:r>
            <a:r>
              <a:rPr lang="ja-JP" altLang="en-US" sz="1800" kern="0" dirty="0">
                <a:solidFill>
                  <a:srgbClr val="5F5F5F"/>
                </a:solidFill>
              </a:rPr>
              <a:t>：</a:t>
            </a:r>
            <a:r>
              <a:rPr lang="en-US" altLang="ja-JP" sz="1800" kern="0" dirty="0">
                <a:solidFill>
                  <a:srgbClr val="5F5F5F"/>
                </a:solidFill>
              </a:rPr>
              <a:t> text</a:t>
            </a:r>
          </a:p>
          <a:p>
            <a:pPr lvl="2" eaLnBrk="1" hangingPunct="1">
              <a:lnSpc>
                <a:spcPct val="80000"/>
              </a:lnSpc>
              <a:defRPr/>
            </a:pPr>
            <a:r>
              <a:rPr lang="ja-JP" altLang="en-US" sz="1800" kern="0" dirty="0">
                <a:solidFill>
                  <a:srgbClr val="5F5F5F"/>
                </a:solidFill>
              </a:rPr>
              <a:t>他の項目は任意</a:t>
            </a:r>
            <a:endParaRPr lang="en-US" altLang="ja-JP" sz="1800" kern="0" dirty="0">
              <a:solidFill>
                <a:srgbClr val="5F5F5F"/>
              </a:solidFill>
            </a:endParaRPr>
          </a:p>
          <a:p>
            <a:pPr lvl="2" eaLnBrk="1" hangingPunct="1">
              <a:lnSpc>
                <a:spcPct val="80000"/>
              </a:lnSpc>
              <a:defRPr/>
            </a:pPr>
            <a:endParaRPr lang="en-US" altLang="ja-JP" sz="1800" kern="0" dirty="0">
              <a:solidFill>
                <a:srgbClr val="5F5F5F"/>
              </a:solidFill>
            </a:endParaRPr>
          </a:p>
          <a:p>
            <a:pPr lvl="2" eaLnBrk="1" hangingPunct="1">
              <a:lnSpc>
                <a:spcPct val="80000"/>
              </a:lnSpc>
              <a:defRPr/>
            </a:pPr>
            <a:endParaRPr lang="en-US" altLang="ja-JP" sz="1200" kern="0" dirty="0">
              <a:solidFill>
                <a:srgbClr val="5F5F5F"/>
              </a:solidFill>
            </a:endParaRPr>
          </a:p>
        </p:txBody>
      </p:sp>
      <p:pic>
        <p:nvPicPr>
          <p:cNvPr id="6" name="図 5">
            <a:extLst>
              <a:ext uri="{FF2B5EF4-FFF2-40B4-BE49-F238E27FC236}">
                <a16:creationId xmlns:a16="http://schemas.microsoft.com/office/drawing/2014/main" id="{6902D34E-1BDA-DF83-DD7F-DD992CA49395}"/>
              </a:ext>
            </a:extLst>
          </p:cNvPr>
          <p:cNvPicPr>
            <a:picLocks noChangeAspect="1"/>
          </p:cNvPicPr>
          <p:nvPr/>
        </p:nvPicPr>
        <p:blipFill>
          <a:blip r:embed="rId2"/>
          <a:stretch>
            <a:fillRect/>
          </a:stretch>
        </p:blipFill>
        <p:spPr>
          <a:xfrm>
            <a:off x="4982727" y="1574915"/>
            <a:ext cx="6239746" cy="5096586"/>
          </a:xfrm>
          <a:prstGeom prst="rect">
            <a:avLst/>
          </a:prstGeom>
        </p:spPr>
      </p:pic>
    </p:spTree>
    <p:extLst>
      <p:ext uri="{BB962C8B-B14F-4D97-AF65-F5344CB8AC3E}">
        <p14:creationId xmlns:p14="http://schemas.microsoft.com/office/powerpoint/2010/main" val="1268937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9BCF47-A360-7039-6A37-1DBC8D15DA63}"/>
              </a:ext>
            </a:extLst>
          </p:cNvPr>
          <p:cNvSpPr>
            <a:spLocks noGrp="1"/>
          </p:cNvSpPr>
          <p:nvPr>
            <p:ph type="title"/>
          </p:nvPr>
        </p:nvSpPr>
        <p:spPr/>
        <p:txBody>
          <a:bodyPr/>
          <a:lstStyle/>
          <a:p>
            <a:r>
              <a:rPr lang="ja-JP" altLang="en-US" dirty="0"/>
              <a:t>サービスポートの設定</a:t>
            </a:r>
            <a:endParaRPr kumimoji="1" lang="ja-JP" altLang="en-US" dirty="0"/>
          </a:p>
        </p:txBody>
      </p:sp>
      <p:grpSp>
        <p:nvGrpSpPr>
          <p:cNvPr id="3" name="グループ化 2">
            <a:extLst>
              <a:ext uri="{FF2B5EF4-FFF2-40B4-BE49-F238E27FC236}">
                <a16:creationId xmlns:a16="http://schemas.microsoft.com/office/drawing/2014/main" id="{9E68A28F-787E-F694-ED61-8E20AE7498BC}"/>
              </a:ext>
            </a:extLst>
          </p:cNvPr>
          <p:cNvGrpSpPr/>
          <p:nvPr/>
        </p:nvGrpSpPr>
        <p:grpSpPr>
          <a:xfrm>
            <a:off x="2948258" y="1305470"/>
            <a:ext cx="6295484" cy="2442057"/>
            <a:chOff x="2293999" y="777657"/>
            <a:chExt cx="7045569" cy="3111550"/>
          </a:xfrm>
        </p:grpSpPr>
        <p:pic>
          <p:nvPicPr>
            <p:cNvPr id="4" name="図 3">
              <a:extLst>
                <a:ext uri="{FF2B5EF4-FFF2-40B4-BE49-F238E27FC236}">
                  <a16:creationId xmlns:a16="http://schemas.microsoft.com/office/drawing/2014/main" id="{51401E4A-CFCC-7E4E-AE3A-1A20480127B8}"/>
                </a:ext>
              </a:extLst>
            </p:cNvPr>
            <p:cNvPicPr>
              <a:picLocks noChangeAspect="1"/>
            </p:cNvPicPr>
            <p:nvPr/>
          </p:nvPicPr>
          <p:blipFill>
            <a:blip r:embed="rId2"/>
            <a:stretch>
              <a:fillRect/>
            </a:stretch>
          </p:blipFill>
          <p:spPr>
            <a:xfrm>
              <a:off x="2293999" y="777657"/>
              <a:ext cx="7045569" cy="3088104"/>
            </a:xfrm>
            <a:prstGeom prst="rect">
              <a:avLst/>
            </a:prstGeom>
          </p:spPr>
        </p:pic>
        <p:sp>
          <p:nvSpPr>
            <p:cNvPr id="5" name="正方形/長方形 4">
              <a:extLst>
                <a:ext uri="{FF2B5EF4-FFF2-40B4-BE49-F238E27FC236}">
                  <a16:creationId xmlns:a16="http://schemas.microsoft.com/office/drawing/2014/main" id="{42779277-C465-69D8-E4D8-2E4BF60CAF16}"/>
                </a:ext>
              </a:extLst>
            </p:cNvPr>
            <p:cNvSpPr/>
            <p:nvPr/>
          </p:nvSpPr>
          <p:spPr bwMode="auto">
            <a:xfrm>
              <a:off x="3212022" y="3729249"/>
              <a:ext cx="587752" cy="159958"/>
            </a:xfrm>
            <a:prstGeom prst="rect">
              <a:avLst/>
            </a:prstGeom>
            <a:noFill/>
            <a:ln w="57150">
              <a:solidFill>
                <a:schemeClr val="accent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8" name="右矢印 9">
            <a:extLst>
              <a:ext uri="{FF2B5EF4-FFF2-40B4-BE49-F238E27FC236}">
                <a16:creationId xmlns:a16="http://schemas.microsoft.com/office/drawing/2014/main" id="{549E3C67-FE66-D5FD-47E7-25C6DD3576D5}"/>
              </a:ext>
            </a:extLst>
          </p:cNvPr>
          <p:cNvSpPr/>
          <p:nvPr/>
        </p:nvSpPr>
        <p:spPr>
          <a:xfrm>
            <a:off x="5946289" y="4933994"/>
            <a:ext cx="536575" cy="884237"/>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n w="22225">
                <a:solidFill>
                  <a:schemeClr val="accent2"/>
                </a:solidFill>
                <a:prstDash val="solid"/>
              </a:ln>
              <a:solidFill>
                <a:schemeClr val="accent2">
                  <a:lumMod val="40000"/>
                  <a:lumOff val="60000"/>
                </a:schemeClr>
              </a:solidFill>
            </a:endParaRPr>
          </a:p>
        </p:txBody>
      </p:sp>
      <p:grpSp>
        <p:nvGrpSpPr>
          <p:cNvPr id="11" name="グループ化 10">
            <a:extLst>
              <a:ext uri="{FF2B5EF4-FFF2-40B4-BE49-F238E27FC236}">
                <a16:creationId xmlns:a16="http://schemas.microsoft.com/office/drawing/2014/main" id="{073C3BFF-6DC0-4A52-6D93-BC5D1B3FF83B}"/>
              </a:ext>
            </a:extLst>
          </p:cNvPr>
          <p:cNvGrpSpPr/>
          <p:nvPr/>
        </p:nvGrpSpPr>
        <p:grpSpPr>
          <a:xfrm>
            <a:off x="408494" y="4551289"/>
            <a:ext cx="5251155" cy="1996697"/>
            <a:chOff x="408494" y="4551289"/>
            <a:chExt cx="5251155" cy="1996697"/>
          </a:xfrm>
        </p:grpSpPr>
        <p:pic>
          <p:nvPicPr>
            <p:cNvPr id="7" name="図 6">
              <a:extLst>
                <a:ext uri="{FF2B5EF4-FFF2-40B4-BE49-F238E27FC236}">
                  <a16:creationId xmlns:a16="http://schemas.microsoft.com/office/drawing/2014/main" id="{E05668DB-3E4F-A345-7E7F-CA5A1026CA2E}"/>
                </a:ext>
              </a:extLst>
            </p:cNvPr>
            <p:cNvPicPr>
              <a:picLocks noChangeAspect="1"/>
            </p:cNvPicPr>
            <p:nvPr/>
          </p:nvPicPr>
          <p:blipFill>
            <a:blip r:embed="rId3"/>
            <a:stretch>
              <a:fillRect/>
            </a:stretch>
          </p:blipFill>
          <p:spPr>
            <a:xfrm>
              <a:off x="408494" y="4551289"/>
              <a:ext cx="5251155" cy="1996697"/>
            </a:xfrm>
            <a:prstGeom prst="rect">
              <a:avLst/>
            </a:prstGeom>
          </p:spPr>
        </p:pic>
        <p:sp>
          <p:nvSpPr>
            <p:cNvPr id="9" name="正方形/長方形 8">
              <a:extLst>
                <a:ext uri="{FF2B5EF4-FFF2-40B4-BE49-F238E27FC236}">
                  <a16:creationId xmlns:a16="http://schemas.microsoft.com/office/drawing/2014/main" id="{C63F9D12-6A36-1C39-B3EF-0670F2692993}"/>
                </a:ext>
              </a:extLst>
            </p:cNvPr>
            <p:cNvSpPr/>
            <p:nvPr/>
          </p:nvSpPr>
          <p:spPr bwMode="auto">
            <a:xfrm>
              <a:off x="4787522" y="5118557"/>
              <a:ext cx="792662" cy="271167"/>
            </a:xfrm>
            <a:prstGeom prst="rect">
              <a:avLst/>
            </a:prstGeom>
            <a:noFill/>
            <a:ln w="57150">
              <a:solidFill>
                <a:schemeClr val="accent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grpSp>
        <p:nvGrpSpPr>
          <p:cNvPr id="12" name="グループ化 11">
            <a:extLst>
              <a:ext uri="{FF2B5EF4-FFF2-40B4-BE49-F238E27FC236}">
                <a16:creationId xmlns:a16="http://schemas.microsoft.com/office/drawing/2014/main" id="{967F8716-2D67-60D2-5575-745C162BE25B}"/>
              </a:ext>
            </a:extLst>
          </p:cNvPr>
          <p:cNvGrpSpPr/>
          <p:nvPr/>
        </p:nvGrpSpPr>
        <p:grpSpPr>
          <a:xfrm>
            <a:off x="6680340" y="4294670"/>
            <a:ext cx="4856131" cy="2349422"/>
            <a:chOff x="6680340" y="4108135"/>
            <a:chExt cx="5302457" cy="2535957"/>
          </a:xfrm>
        </p:grpSpPr>
        <p:pic>
          <p:nvPicPr>
            <p:cNvPr id="6" name="図 5">
              <a:extLst>
                <a:ext uri="{FF2B5EF4-FFF2-40B4-BE49-F238E27FC236}">
                  <a16:creationId xmlns:a16="http://schemas.microsoft.com/office/drawing/2014/main" id="{EE46BADA-66EB-53E2-F99B-46DA0D7C4FA8}"/>
                </a:ext>
              </a:extLst>
            </p:cNvPr>
            <p:cNvPicPr>
              <a:picLocks noChangeAspect="1"/>
            </p:cNvPicPr>
            <p:nvPr/>
          </p:nvPicPr>
          <p:blipFill>
            <a:blip r:embed="rId4"/>
            <a:stretch>
              <a:fillRect/>
            </a:stretch>
          </p:blipFill>
          <p:spPr>
            <a:xfrm>
              <a:off x="6680340" y="4108135"/>
              <a:ext cx="5302457" cy="2535957"/>
            </a:xfrm>
            <a:prstGeom prst="rect">
              <a:avLst/>
            </a:prstGeom>
          </p:spPr>
        </p:pic>
        <p:sp>
          <p:nvSpPr>
            <p:cNvPr id="10" name="正方形/長方形 9">
              <a:extLst>
                <a:ext uri="{FF2B5EF4-FFF2-40B4-BE49-F238E27FC236}">
                  <a16:creationId xmlns:a16="http://schemas.microsoft.com/office/drawing/2014/main" id="{100C102B-6D81-E7E1-4E62-031644EE63B6}"/>
                </a:ext>
              </a:extLst>
            </p:cNvPr>
            <p:cNvSpPr/>
            <p:nvPr/>
          </p:nvSpPr>
          <p:spPr bwMode="auto">
            <a:xfrm>
              <a:off x="6764215" y="6164606"/>
              <a:ext cx="1324707" cy="256749"/>
            </a:xfrm>
            <a:prstGeom prst="rect">
              <a:avLst/>
            </a:prstGeom>
            <a:noFill/>
            <a:ln w="57150">
              <a:solidFill>
                <a:schemeClr val="accent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13" name="Rectangle 2">
            <a:extLst>
              <a:ext uri="{FF2B5EF4-FFF2-40B4-BE49-F238E27FC236}">
                <a16:creationId xmlns:a16="http://schemas.microsoft.com/office/drawing/2014/main" id="{2972E42E-945A-0C21-F366-38B4433A4354}"/>
              </a:ext>
            </a:extLst>
          </p:cNvPr>
          <p:cNvSpPr txBox="1">
            <a:spLocks noChangeArrowheads="1"/>
          </p:cNvSpPr>
          <p:nvPr/>
        </p:nvSpPr>
        <p:spPr bwMode="auto">
          <a:xfrm>
            <a:off x="336087" y="910330"/>
            <a:ext cx="79152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400" kern="0" dirty="0">
                <a:solidFill>
                  <a:srgbClr val="5F5F5F"/>
                </a:solidFill>
              </a:rPr>
              <a:t>サービスポートの追加、設定を行う</a:t>
            </a:r>
            <a:endParaRPr lang="en-US" altLang="ja-JP" sz="2400" kern="0" dirty="0">
              <a:solidFill>
                <a:srgbClr val="5F5F5F"/>
              </a:solidFill>
            </a:endParaRPr>
          </a:p>
        </p:txBody>
      </p:sp>
      <p:sp>
        <p:nvSpPr>
          <p:cNvPr id="14" name="吹き出し: 角を丸めた四角形 13">
            <a:extLst>
              <a:ext uri="{FF2B5EF4-FFF2-40B4-BE49-F238E27FC236}">
                <a16:creationId xmlns:a16="http://schemas.microsoft.com/office/drawing/2014/main" id="{F6BB02CB-B44B-9FE5-C22B-902D0103AB9B}"/>
              </a:ext>
            </a:extLst>
          </p:cNvPr>
          <p:cNvSpPr/>
          <p:nvPr/>
        </p:nvSpPr>
        <p:spPr bwMode="auto">
          <a:xfrm>
            <a:off x="2492679" y="3960296"/>
            <a:ext cx="3166970" cy="354499"/>
          </a:xfrm>
          <a:prstGeom prst="wedgeRoundRectCallout">
            <a:avLst>
              <a:gd name="adj1" fmla="val -9942"/>
              <a:gd name="adj2" fmla="val -87130"/>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「サービスポート」タブを選択</a:t>
            </a:r>
          </a:p>
        </p:txBody>
      </p:sp>
      <p:sp>
        <p:nvSpPr>
          <p:cNvPr id="15" name="吹き出し: 角を丸めた四角形 14">
            <a:extLst>
              <a:ext uri="{FF2B5EF4-FFF2-40B4-BE49-F238E27FC236}">
                <a16:creationId xmlns:a16="http://schemas.microsoft.com/office/drawing/2014/main" id="{A539EFCD-5C93-2FE1-FCFD-ACA2CD40808D}"/>
              </a:ext>
            </a:extLst>
          </p:cNvPr>
          <p:cNvSpPr/>
          <p:nvPr/>
        </p:nvSpPr>
        <p:spPr bwMode="auto">
          <a:xfrm>
            <a:off x="1807926" y="5212474"/>
            <a:ext cx="2546862" cy="340056"/>
          </a:xfrm>
          <a:prstGeom prst="wedgeRoundRectCallout">
            <a:avLst>
              <a:gd name="adj1" fmla="val 64810"/>
              <a:gd name="adj2" fmla="val -30595"/>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a:t>
            </a:r>
            <a:r>
              <a:rPr kumimoji="1" lang="en-US" altLang="ja-JP" sz="1600" b="1" dirty="0">
                <a:latin typeface="+mn-ea"/>
                <a:cs typeface="メイリオ" pitchFamily="50" charset="-128"/>
              </a:rPr>
              <a:t>Add Port</a:t>
            </a:r>
            <a:r>
              <a:rPr kumimoji="1" lang="ja-JP" altLang="en-US" sz="1600" b="1" dirty="0">
                <a:latin typeface="+mn-ea"/>
                <a:cs typeface="メイリオ" pitchFamily="50" charset="-128"/>
              </a:rPr>
              <a:t>」ボタンを押す</a:t>
            </a:r>
          </a:p>
        </p:txBody>
      </p:sp>
      <p:sp>
        <p:nvSpPr>
          <p:cNvPr id="16" name="吹き出し: 角を丸めた四角形 15">
            <a:extLst>
              <a:ext uri="{FF2B5EF4-FFF2-40B4-BE49-F238E27FC236}">
                <a16:creationId xmlns:a16="http://schemas.microsoft.com/office/drawing/2014/main" id="{333E1A09-F941-CE35-CA44-56BBE1858C45}"/>
              </a:ext>
            </a:extLst>
          </p:cNvPr>
          <p:cNvSpPr/>
          <p:nvPr/>
        </p:nvSpPr>
        <p:spPr bwMode="auto">
          <a:xfrm>
            <a:off x="7503555" y="5420198"/>
            <a:ext cx="3707240" cy="398033"/>
          </a:xfrm>
          <a:prstGeom prst="wedgeRoundRectCallout">
            <a:avLst>
              <a:gd name="adj1" fmla="val -52902"/>
              <a:gd name="adj2" fmla="val 10937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ポート名をクリックして名前を変更する</a:t>
            </a:r>
          </a:p>
        </p:txBody>
      </p:sp>
    </p:spTree>
    <p:extLst>
      <p:ext uri="{BB962C8B-B14F-4D97-AF65-F5344CB8AC3E}">
        <p14:creationId xmlns:p14="http://schemas.microsoft.com/office/powerpoint/2010/main" val="1132466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20569A-A07E-13EC-C7C6-2F1884EE49C3}"/>
              </a:ext>
            </a:extLst>
          </p:cNvPr>
          <p:cNvSpPr>
            <a:spLocks noGrp="1"/>
          </p:cNvSpPr>
          <p:nvPr>
            <p:ph type="title"/>
          </p:nvPr>
        </p:nvSpPr>
        <p:spPr/>
        <p:txBody>
          <a:bodyPr/>
          <a:lstStyle/>
          <a:p>
            <a:r>
              <a:rPr lang="ja-JP" altLang="en-US" dirty="0"/>
              <a:t>サービスポートの設定</a:t>
            </a:r>
            <a:endParaRPr kumimoji="1" lang="ja-JP" altLang="en-US" dirty="0"/>
          </a:p>
        </p:txBody>
      </p:sp>
      <p:pic>
        <p:nvPicPr>
          <p:cNvPr id="12" name="図 11">
            <a:extLst>
              <a:ext uri="{FF2B5EF4-FFF2-40B4-BE49-F238E27FC236}">
                <a16:creationId xmlns:a16="http://schemas.microsoft.com/office/drawing/2014/main" id="{D5AB07F3-EAC1-2951-4765-B167B3C8E993}"/>
              </a:ext>
            </a:extLst>
          </p:cNvPr>
          <p:cNvPicPr>
            <a:picLocks noChangeAspect="1"/>
          </p:cNvPicPr>
          <p:nvPr/>
        </p:nvPicPr>
        <p:blipFill>
          <a:blip r:embed="rId2"/>
          <a:stretch>
            <a:fillRect/>
          </a:stretch>
        </p:blipFill>
        <p:spPr>
          <a:xfrm>
            <a:off x="3402904" y="1467351"/>
            <a:ext cx="5782482" cy="4887007"/>
          </a:xfrm>
          <a:prstGeom prst="rect">
            <a:avLst/>
          </a:prstGeom>
        </p:spPr>
      </p:pic>
      <p:sp>
        <p:nvSpPr>
          <p:cNvPr id="13" name="正方形/長方形 12">
            <a:extLst>
              <a:ext uri="{FF2B5EF4-FFF2-40B4-BE49-F238E27FC236}">
                <a16:creationId xmlns:a16="http://schemas.microsoft.com/office/drawing/2014/main" id="{906D0AF5-7BEE-234A-C690-1B1B107D8957}"/>
              </a:ext>
            </a:extLst>
          </p:cNvPr>
          <p:cNvSpPr/>
          <p:nvPr/>
        </p:nvSpPr>
        <p:spPr bwMode="auto">
          <a:xfrm>
            <a:off x="7993991" y="2476628"/>
            <a:ext cx="1078523" cy="303730"/>
          </a:xfrm>
          <a:prstGeom prst="rect">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4" name="正方形/長方形 13">
            <a:extLst>
              <a:ext uri="{FF2B5EF4-FFF2-40B4-BE49-F238E27FC236}">
                <a16:creationId xmlns:a16="http://schemas.microsoft.com/office/drawing/2014/main" id="{3472D150-A62E-35F7-63E0-22BD450F0D41}"/>
              </a:ext>
            </a:extLst>
          </p:cNvPr>
          <p:cNvSpPr/>
          <p:nvPr/>
        </p:nvSpPr>
        <p:spPr bwMode="auto">
          <a:xfrm>
            <a:off x="4613528" y="4457827"/>
            <a:ext cx="4247971" cy="1569821"/>
          </a:xfrm>
          <a:prstGeom prst="rect">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5" name="吹き出し: 角を丸めた四角形 14">
            <a:extLst>
              <a:ext uri="{FF2B5EF4-FFF2-40B4-BE49-F238E27FC236}">
                <a16:creationId xmlns:a16="http://schemas.microsoft.com/office/drawing/2014/main" id="{A1F905E2-8DB3-09E9-AC7E-FE9935255D48}"/>
              </a:ext>
            </a:extLst>
          </p:cNvPr>
          <p:cNvSpPr/>
          <p:nvPr/>
        </p:nvSpPr>
        <p:spPr bwMode="auto">
          <a:xfrm>
            <a:off x="3604663" y="1416181"/>
            <a:ext cx="5378964" cy="532752"/>
          </a:xfrm>
          <a:prstGeom prst="wedgeRoundRectCallout">
            <a:avLst>
              <a:gd name="adj1" fmla="val 38152"/>
              <a:gd name="adj2" fmla="val 122727"/>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ポートを選択した状態で「</a:t>
            </a:r>
            <a:r>
              <a:rPr kumimoji="1" lang="en-US" altLang="ja-JP" sz="1600" b="1" dirty="0">
                <a:latin typeface="+mn-ea"/>
                <a:cs typeface="メイリオ" pitchFamily="50" charset="-128"/>
              </a:rPr>
              <a:t>Add Interface</a:t>
            </a:r>
            <a:r>
              <a:rPr kumimoji="1" lang="ja-JP" altLang="en-US" sz="1600" b="1" dirty="0">
                <a:latin typeface="+mn-ea"/>
                <a:cs typeface="メイリオ" pitchFamily="50" charset="-128"/>
              </a:rPr>
              <a:t>」ボタンを押す</a:t>
            </a:r>
          </a:p>
        </p:txBody>
      </p:sp>
      <p:sp>
        <p:nvSpPr>
          <p:cNvPr id="16" name="吹き出し: 角を丸めた四角形 15">
            <a:extLst>
              <a:ext uri="{FF2B5EF4-FFF2-40B4-BE49-F238E27FC236}">
                <a16:creationId xmlns:a16="http://schemas.microsoft.com/office/drawing/2014/main" id="{E3E4BA36-A296-1062-C867-155E04E5919E}"/>
              </a:ext>
            </a:extLst>
          </p:cNvPr>
          <p:cNvSpPr/>
          <p:nvPr/>
        </p:nvSpPr>
        <p:spPr bwMode="auto">
          <a:xfrm>
            <a:off x="5311036" y="3644479"/>
            <a:ext cx="2447148" cy="532752"/>
          </a:xfrm>
          <a:prstGeom prst="wedgeRoundRectCallout">
            <a:avLst>
              <a:gd name="adj1" fmla="val 40015"/>
              <a:gd name="adj2" fmla="val 115673"/>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各項目を設定する</a:t>
            </a:r>
          </a:p>
        </p:txBody>
      </p:sp>
      <p:sp>
        <p:nvSpPr>
          <p:cNvPr id="3" name="Rectangle 2">
            <a:extLst>
              <a:ext uri="{FF2B5EF4-FFF2-40B4-BE49-F238E27FC236}">
                <a16:creationId xmlns:a16="http://schemas.microsoft.com/office/drawing/2014/main" id="{51713358-3815-A736-6275-E4D0427D4733}"/>
              </a:ext>
            </a:extLst>
          </p:cNvPr>
          <p:cNvSpPr txBox="1">
            <a:spLocks noChangeArrowheads="1"/>
          </p:cNvSpPr>
          <p:nvPr/>
        </p:nvSpPr>
        <p:spPr bwMode="auto">
          <a:xfrm>
            <a:off x="336087" y="910330"/>
            <a:ext cx="79152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400" kern="0" dirty="0">
                <a:solidFill>
                  <a:srgbClr val="5F5F5F"/>
                </a:solidFill>
              </a:rPr>
              <a:t>サービスインターフェースの追加、設定を行う</a:t>
            </a:r>
            <a:endParaRPr lang="en-US" altLang="ja-JP" sz="2400" kern="0" dirty="0">
              <a:solidFill>
                <a:srgbClr val="5F5F5F"/>
              </a:solidFill>
            </a:endParaRPr>
          </a:p>
        </p:txBody>
      </p:sp>
    </p:spTree>
    <p:extLst>
      <p:ext uri="{BB962C8B-B14F-4D97-AF65-F5344CB8AC3E}">
        <p14:creationId xmlns:p14="http://schemas.microsoft.com/office/powerpoint/2010/main" val="1906726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783E3D91-D9AF-8B5E-A0D5-34163358CB95}"/>
              </a:ext>
            </a:extLst>
          </p:cNvPr>
          <p:cNvSpPr txBox="1">
            <a:spLocks noChangeArrowheads="1"/>
          </p:cNvSpPr>
          <p:nvPr/>
        </p:nvSpPr>
        <p:spPr bwMode="auto">
          <a:xfrm>
            <a:off x="347663" y="971550"/>
            <a:ext cx="10993437" cy="578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以下のサービスポート・インターフェースを設定する</a:t>
            </a:r>
            <a:endParaRPr lang="en-US" altLang="ja-JP" sz="2800" kern="0" dirty="0">
              <a:solidFill>
                <a:srgbClr val="5F5F5F"/>
              </a:solidFill>
            </a:endParaRPr>
          </a:p>
          <a:p>
            <a:pPr lvl="1" eaLnBrk="1" hangingPunct="1">
              <a:lnSpc>
                <a:spcPct val="80000"/>
              </a:lnSpc>
              <a:defRPr/>
            </a:pPr>
            <a:r>
              <a:rPr lang="ja-JP" altLang="en-US" sz="2400" kern="0" dirty="0">
                <a:solidFill>
                  <a:srgbClr val="5F5F5F"/>
                </a:solidFill>
              </a:rPr>
              <a:t>ポート名： </a:t>
            </a:r>
            <a:r>
              <a:rPr lang="en-US" altLang="ja-JP" sz="2400" b="1" kern="0" dirty="0">
                <a:solidFill>
                  <a:srgbClr val="FF0000"/>
                </a:solidFill>
                <a:latin typeface="+mn-ea"/>
              </a:rPr>
              <a:t>middle</a:t>
            </a:r>
          </a:p>
          <a:p>
            <a:pPr lvl="2" eaLnBrk="1" hangingPunct="1">
              <a:lnSpc>
                <a:spcPct val="80000"/>
              </a:lnSpc>
              <a:defRPr/>
            </a:pPr>
            <a:r>
              <a:rPr lang="ja-JP" altLang="en-US" sz="1800" kern="0" dirty="0">
                <a:solidFill>
                  <a:srgbClr val="5F5F5F"/>
                </a:solidFill>
              </a:rPr>
              <a:t>インターフェース名：</a:t>
            </a:r>
            <a:r>
              <a:rPr lang="en-US" altLang="ja-JP" sz="1800" kern="0" dirty="0" err="1">
                <a:solidFill>
                  <a:srgbClr val="5F5F5F"/>
                </a:solidFill>
              </a:rPr>
              <a:t>JARA_ARM_ManipulatorCommonInterface_Middle</a:t>
            </a:r>
            <a:endParaRPr lang="en-US" altLang="ja-JP" sz="1800" kern="0" dirty="0">
              <a:solidFill>
                <a:srgbClr val="5F5F5F"/>
              </a:solidFill>
            </a:endParaRPr>
          </a:p>
          <a:p>
            <a:pPr lvl="3" eaLnBrk="1" hangingPunct="1">
              <a:lnSpc>
                <a:spcPct val="80000"/>
              </a:lnSpc>
              <a:defRPr/>
            </a:pPr>
            <a:r>
              <a:rPr lang="ja-JP" altLang="en-US" sz="1800" kern="0" dirty="0">
                <a:solidFill>
                  <a:srgbClr val="5F5F5F"/>
                </a:solidFill>
              </a:rPr>
              <a:t>方向： </a:t>
            </a:r>
            <a:r>
              <a:rPr lang="en-US" altLang="ja-JP" sz="1800" kern="0" dirty="0">
                <a:solidFill>
                  <a:srgbClr val="5F5F5F"/>
                </a:solidFill>
              </a:rPr>
              <a:t>Required</a:t>
            </a:r>
          </a:p>
          <a:p>
            <a:pPr lvl="3" eaLnBrk="1" hangingPunct="1">
              <a:lnSpc>
                <a:spcPct val="80000"/>
              </a:lnSpc>
              <a:defRPr/>
            </a:pPr>
            <a:r>
              <a:rPr lang="ja-JP" altLang="en-US" sz="1800" kern="0" dirty="0">
                <a:solidFill>
                  <a:srgbClr val="5F5F5F"/>
                </a:solidFill>
              </a:rPr>
              <a:t>インターフェース型：</a:t>
            </a:r>
            <a:r>
              <a:rPr lang="en-US" altLang="ja-JP" sz="1800" kern="0" dirty="0">
                <a:solidFill>
                  <a:srgbClr val="5F5F5F"/>
                </a:solidFill>
              </a:rPr>
              <a:t>JARA_ARM::</a:t>
            </a:r>
            <a:r>
              <a:rPr lang="en-US" altLang="ja-JP" sz="1800" kern="0" dirty="0" err="1">
                <a:solidFill>
                  <a:srgbClr val="5F5F5F"/>
                </a:solidFill>
              </a:rPr>
              <a:t>ManipulatorCommonInterface_</a:t>
            </a:r>
            <a:r>
              <a:rPr lang="en-US" altLang="ja-JP" sz="1800" b="1" kern="0" dirty="0" err="1">
                <a:solidFill>
                  <a:srgbClr val="FF0000"/>
                </a:solidFill>
              </a:rPr>
              <a:t>Middle</a:t>
            </a:r>
            <a:endParaRPr lang="en-US" altLang="ja-JP" sz="1800" b="1" kern="0" dirty="0">
              <a:solidFill>
                <a:srgbClr val="FF0000"/>
              </a:solidFill>
            </a:endParaRPr>
          </a:p>
          <a:p>
            <a:pPr lvl="2" eaLnBrk="1" hangingPunct="1">
              <a:lnSpc>
                <a:spcPct val="80000"/>
              </a:lnSpc>
              <a:defRPr/>
            </a:pPr>
            <a:r>
              <a:rPr lang="ja-JP" altLang="en-US" sz="1800" kern="0" dirty="0">
                <a:solidFill>
                  <a:srgbClr val="5F5F5F"/>
                </a:solidFill>
              </a:rPr>
              <a:t>他の項目は任意</a:t>
            </a:r>
            <a:endParaRPr lang="en-US" altLang="ja-JP" sz="1800" kern="0" dirty="0">
              <a:solidFill>
                <a:srgbClr val="5F5F5F"/>
              </a:solidFill>
            </a:endParaRPr>
          </a:p>
          <a:p>
            <a:pPr lvl="1" eaLnBrk="1" hangingPunct="1">
              <a:lnSpc>
                <a:spcPct val="80000"/>
              </a:lnSpc>
              <a:defRPr/>
            </a:pPr>
            <a:r>
              <a:rPr lang="ja-JP" altLang="en-US" sz="2400" kern="0" dirty="0">
                <a:solidFill>
                  <a:srgbClr val="5F5F5F"/>
                </a:solidFill>
              </a:rPr>
              <a:t>ポート名： </a:t>
            </a:r>
            <a:r>
              <a:rPr lang="en-US" altLang="ja-JP" sz="2400" b="1" kern="0" dirty="0">
                <a:solidFill>
                  <a:srgbClr val="FF0000"/>
                </a:solidFill>
                <a:latin typeface="+mn-ea"/>
              </a:rPr>
              <a:t>common</a:t>
            </a:r>
          </a:p>
          <a:p>
            <a:pPr lvl="2" eaLnBrk="1" hangingPunct="1">
              <a:lnSpc>
                <a:spcPct val="80000"/>
              </a:lnSpc>
              <a:defRPr/>
            </a:pPr>
            <a:r>
              <a:rPr lang="ja-JP" altLang="en-US" sz="1800" kern="0" dirty="0">
                <a:solidFill>
                  <a:srgbClr val="5F5F5F"/>
                </a:solidFill>
              </a:rPr>
              <a:t>インターフェース名：</a:t>
            </a:r>
            <a:r>
              <a:rPr lang="en-US" altLang="ja-JP" sz="1800" kern="0" dirty="0">
                <a:solidFill>
                  <a:srgbClr val="5F5F5F"/>
                </a:solidFill>
              </a:rPr>
              <a:t>JARA_ARM_ManipulatorCommonInterface_Common</a:t>
            </a:r>
          </a:p>
          <a:p>
            <a:pPr lvl="3" eaLnBrk="1" hangingPunct="1">
              <a:lnSpc>
                <a:spcPct val="80000"/>
              </a:lnSpc>
              <a:defRPr/>
            </a:pPr>
            <a:r>
              <a:rPr lang="ja-JP" altLang="en-US" sz="1800" kern="0" dirty="0">
                <a:solidFill>
                  <a:srgbClr val="5F5F5F"/>
                </a:solidFill>
              </a:rPr>
              <a:t>方向： </a:t>
            </a:r>
            <a:r>
              <a:rPr lang="en-US" altLang="ja-JP" sz="1800" kern="0" dirty="0">
                <a:solidFill>
                  <a:srgbClr val="5F5F5F"/>
                </a:solidFill>
              </a:rPr>
              <a:t>Required</a:t>
            </a:r>
          </a:p>
          <a:p>
            <a:pPr lvl="3" eaLnBrk="1" hangingPunct="1">
              <a:lnSpc>
                <a:spcPct val="80000"/>
              </a:lnSpc>
              <a:defRPr/>
            </a:pPr>
            <a:r>
              <a:rPr lang="ja-JP" altLang="en-US" sz="1800" kern="0" dirty="0">
                <a:solidFill>
                  <a:srgbClr val="5F5F5F"/>
                </a:solidFill>
              </a:rPr>
              <a:t>インターフェース型：</a:t>
            </a:r>
            <a:r>
              <a:rPr lang="en-US" altLang="ja-JP" sz="1800" kern="0" dirty="0">
                <a:solidFill>
                  <a:srgbClr val="5F5F5F"/>
                </a:solidFill>
              </a:rPr>
              <a:t>JARA_ARM::</a:t>
            </a:r>
            <a:r>
              <a:rPr lang="en-US" altLang="ja-JP" sz="1800" kern="0" dirty="0" err="1">
                <a:solidFill>
                  <a:srgbClr val="5F5F5F"/>
                </a:solidFill>
              </a:rPr>
              <a:t>ManipulatorCommonInterface_</a:t>
            </a:r>
            <a:r>
              <a:rPr lang="en-US" altLang="ja-JP" sz="1800" b="1" kern="0" dirty="0" err="1">
                <a:solidFill>
                  <a:srgbClr val="FF0000"/>
                </a:solidFill>
              </a:rPr>
              <a:t>Common</a:t>
            </a:r>
            <a:endParaRPr lang="en-US" altLang="ja-JP" sz="1800" b="1" kern="0" dirty="0">
              <a:solidFill>
                <a:srgbClr val="FF0000"/>
              </a:solidFill>
            </a:endParaRPr>
          </a:p>
          <a:p>
            <a:pPr lvl="2" eaLnBrk="1" hangingPunct="1">
              <a:lnSpc>
                <a:spcPct val="80000"/>
              </a:lnSpc>
              <a:defRPr/>
            </a:pPr>
            <a:r>
              <a:rPr lang="ja-JP" altLang="en-US" sz="1800" kern="0" dirty="0">
                <a:solidFill>
                  <a:srgbClr val="5F5F5F"/>
                </a:solidFill>
              </a:rPr>
              <a:t>他の項目は任意</a:t>
            </a:r>
            <a:endParaRPr lang="en-US" altLang="ja-JP" sz="1800" kern="0" dirty="0">
              <a:solidFill>
                <a:srgbClr val="5F5F5F"/>
              </a:solidFill>
            </a:endParaRPr>
          </a:p>
          <a:p>
            <a:pPr lvl="2" eaLnBrk="1" hangingPunct="1">
              <a:lnSpc>
                <a:spcPct val="80000"/>
              </a:lnSpc>
              <a:defRPr/>
            </a:pPr>
            <a:endParaRPr lang="en-US" altLang="ja-JP" sz="1800" kern="0" dirty="0">
              <a:solidFill>
                <a:srgbClr val="5F5F5F"/>
              </a:solidFill>
            </a:endParaRPr>
          </a:p>
          <a:p>
            <a:pPr lvl="2" eaLnBrk="1" hangingPunct="1">
              <a:lnSpc>
                <a:spcPct val="80000"/>
              </a:lnSpc>
              <a:defRPr/>
            </a:pPr>
            <a:endParaRPr lang="en-US" altLang="ja-JP" sz="1200" kern="0" dirty="0">
              <a:solidFill>
                <a:srgbClr val="5F5F5F"/>
              </a:solidFill>
            </a:endParaRPr>
          </a:p>
        </p:txBody>
      </p:sp>
      <p:sp>
        <p:nvSpPr>
          <p:cNvPr id="2" name="タイトル 1">
            <a:extLst>
              <a:ext uri="{FF2B5EF4-FFF2-40B4-BE49-F238E27FC236}">
                <a16:creationId xmlns:a16="http://schemas.microsoft.com/office/drawing/2014/main" id="{B097A2BC-1279-1E08-EA2E-05FA9ED905ED}"/>
              </a:ext>
            </a:extLst>
          </p:cNvPr>
          <p:cNvSpPr>
            <a:spLocks noGrp="1"/>
          </p:cNvSpPr>
          <p:nvPr>
            <p:ph type="title"/>
          </p:nvPr>
        </p:nvSpPr>
        <p:spPr/>
        <p:txBody>
          <a:bodyPr/>
          <a:lstStyle/>
          <a:p>
            <a:r>
              <a:rPr lang="ja-JP" altLang="en-US" dirty="0"/>
              <a:t>サービスポートの設定</a:t>
            </a:r>
            <a:endParaRPr kumimoji="1" lang="ja-JP" altLang="en-US" dirty="0"/>
          </a:p>
        </p:txBody>
      </p:sp>
      <p:pic>
        <p:nvPicPr>
          <p:cNvPr id="25" name="図 24">
            <a:extLst>
              <a:ext uri="{FF2B5EF4-FFF2-40B4-BE49-F238E27FC236}">
                <a16:creationId xmlns:a16="http://schemas.microsoft.com/office/drawing/2014/main" id="{AC7337FB-7825-23AB-5E1C-3FDF9C18DE13}"/>
              </a:ext>
            </a:extLst>
          </p:cNvPr>
          <p:cNvPicPr>
            <a:picLocks noChangeAspect="1"/>
          </p:cNvPicPr>
          <p:nvPr/>
        </p:nvPicPr>
        <p:blipFill>
          <a:blip r:embed="rId2"/>
          <a:stretch>
            <a:fillRect/>
          </a:stretch>
        </p:blipFill>
        <p:spPr>
          <a:xfrm>
            <a:off x="2142337" y="4457501"/>
            <a:ext cx="7577860" cy="1907179"/>
          </a:xfrm>
          <a:prstGeom prst="rect">
            <a:avLst/>
          </a:prstGeom>
        </p:spPr>
      </p:pic>
    </p:spTree>
    <p:extLst>
      <p:ext uri="{BB962C8B-B14F-4D97-AF65-F5344CB8AC3E}">
        <p14:creationId xmlns:p14="http://schemas.microsoft.com/office/powerpoint/2010/main" val="3940356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82561F-7D7D-4795-47D3-56DD47E015D5}"/>
              </a:ext>
            </a:extLst>
          </p:cNvPr>
          <p:cNvSpPr>
            <a:spLocks noGrp="1"/>
          </p:cNvSpPr>
          <p:nvPr>
            <p:ph type="title"/>
          </p:nvPr>
        </p:nvSpPr>
        <p:spPr/>
        <p:txBody>
          <a:bodyPr/>
          <a:lstStyle/>
          <a:p>
            <a:r>
              <a:rPr kumimoji="1" lang="ja-JP" altLang="en-US" dirty="0"/>
              <a:t>実行ファイルの生成</a:t>
            </a:r>
          </a:p>
        </p:txBody>
      </p:sp>
      <p:sp>
        <p:nvSpPr>
          <p:cNvPr id="3" name="Rectangle 2">
            <a:extLst>
              <a:ext uri="{FF2B5EF4-FFF2-40B4-BE49-F238E27FC236}">
                <a16:creationId xmlns:a16="http://schemas.microsoft.com/office/drawing/2014/main" id="{65C8BB74-223A-2503-2980-12A4E037B303}"/>
              </a:ext>
            </a:extLst>
          </p:cNvPr>
          <p:cNvSpPr txBox="1">
            <a:spLocks noChangeArrowheads="1"/>
          </p:cNvSpPr>
          <p:nvPr/>
        </p:nvSpPr>
        <p:spPr bwMode="auto">
          <a:xfrm>
            <a:off x="599282" y="971550"/>
            <a:ext cx="10993437" cy="547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marL="514350" indent="-514350" eaLnBrk="1" hangingPunct="1">
              <a:lnSpc>
                <a:spcPct val="80000"/>
              </a:lnSpc>
              <a:buFont typeface="+mj-lt"/>
              <a:buAutoNum type="arabicPeriod"/>
              <a:defRPr/>
            </a:pPr>
            <a:r>
              <a:rPr lang="en-US" altLang="ja-JP" sz="2800" kern="0" dirty="0" err="1">
                <a:solidFill>
                  <a:srgbClr val="5F5F5F"/>
                </a:solidFill>
              </a:rPr>
              <a:t>RTCBuilder</a:t>
            </a:r>
            <a:r>
              <a:rPr lang="ja-JP" altLang="en-US" sz="2800" kern="0" dirty="0">
                <a:solidFill>
                  <a:srgbClr val="5F5F5F"/>
                </a:solidFill>
              </a:rPr>
              <a:t>によるコード生成</a:t>
            </a:r>
            <a:endParaRPr lang="en-US" altLang="ja-JP" sz="2800" kern="0" dirty="0">
              <a:solidFill>
                <a:srgbClr val="5F5F5F"/>
              </a:solidFill>
            </a:endParaRPr>
          </a:p>
          <a:p>
            <a:pPr marL="914400" lvl="1" indent="-514350" eaLnBrk="1" hangingPunct="1">
              <a:lnSpc>
                <a:spcPct val="80000"/>
              </a:lnSpc>
              <a:buFont typeface="+mj-lt"/>
              <a:buAutoNum type="arabicPeriod"/>
              <a:defRPr/>
            </a:pPr>
            <a:r>
              <a:rPr lang="ja-JP" altLang="en-US" sz="2400" kern="0" dirty="0">
                <a:solidFill>
                  <a:srgbClr val="5F5F5F"/>
                </a:solidFill>
              </a:rPr>
              <a:t>コード生成時に以下の画面が出ますが、「はい」を選択する</a:t>
            </a:r>
            <a:endParaRPr lang="en-US" altLang="ja-JP" sz="2400" kern="0" dirty="0">
              <a:solidFill>
                <a:srgbClr val="5F5F5F"/>
              </a:solidFill>
            </a:endParaRPr>
          </a:p>
          <a:p>
            <a:pPr marL="514350" indent="-514350" eaLnBrk="1" hangingPunct="1">
              <a:lnSpc>
                <a:spcPct val="80000"/>
              </a:lnSpc>
              <a:buFont typeface="+mj-lt"/>
              <a:buAutoNum type="arabicPeriod"/>
              <a:defRPr/>
            </a:pPr>
            <a:endParaRPr lang="en-US" altLang="ja-JP" sz="2800" kern="0" dirty="0">
              <a:solidFill>
                <a:srgbClr val="5F5F5F"/>
              </a:solidFill>
            </a:endParaRPr>
          </a:p>
          <a:p>
            <a:pPr marL="514350" indent="-514350" eaLnBrk="1" hangingPunct="1">
              <a:lnSpc>
                <a:spcPct val="80000"/>
              </a:lnSpc>
              <a:buFont typeface="+mj-lt"/>
              <a:buAutoNum type="arabicPeriod"/>
              <a:defRPr/>
            </a:pPr>
            <a:endParaRPr lang="en-US" altLang="ja-JP" sz="2800" kern="0" dirty="0">
              <a:solidFill>
                <a:srgbClr val="5F5F5F"/>
              </a:solidFill>
            </a:endParaRPr>
          </a:p>
          <a:p>
            <a:pPr marL="514350" indent="-514350" eaLnBrk="1" hangingPunct="1">
              <a:lnSpc>
                <a:spcPct val="80000"/>
              </a:lnSpc>
              <a:buFont typeface="+mj-lt"/>
              <a:buAutoNum type="arabicPeriod"/>
              <a:defRPr/>
            </a:pPr>
            <a:endParaRPr lang="en-US" altLang="ja-JP" sz="2800" kern="0" dirty="0">
              <a:solidFill>
                <a:srgbClr val="5F5F5F"/>
              </a:solidFill>
            </a:endParaRPr>
          </a:p>
          <a:p>
            <a:pPr marL="514350" indent="-514350" eaLnBrk="1" hangingPunct="1">
              <a:lnSpc>
                <a:spcPct val="80000"/>
              </a:lnSpc>
              <a:buFont typeface="+mj-lt"/>
              <a:buAutoNum type="arabicPeriod"/>
              <a:defRPr/>
            </a:pPr>
            <a:endParaRPr lang="en-US" altLang="ja-JP" sz="2800" kern="0" dirty="0">
              <a:solidFill>
                <a:srgbClr val="5F5F5F"/>
              </a:solidFill>
            </a:endParaRPr>
          </a:p>
          <a:p>
            <a:pPr marL="514350" indent="-514350" eaLnBrk="1" hangingPunct="1">
              <a:lnSpc>
                <a:spcPct val="80000"/>
              </a:lnSpc>
              <a:buFont typeface="+mj-lt"/>
              <a:buAutoNum type="arabicPeriod"/>
              <a:defRPr/>
            </a:pPr>
            <a:endParaRPr lang="en-US" altLang="ja-JP" sz="2800" kern="0" dirty="0">
              <a:solidFill>
                <a:srgbClr val="5F5F5F"/>
              </a:solidFill>
            </a:endParaRPr>
          </a:p>
          <a:p>
            <a:pPr marL="514350" indent="-514350" eaLnBrk="1" hangingPunct="1">
              <a:lnSpc>
                <a:spcPct val="80000"/>
              </a:lnSpc>
              <a:buFont typeface="+mj-lt"/>
              <a:buAutoNum type="arabicPeriod"/>
              <a:defRPr/>
            </a:pPr>
            <a:r>
              <a:rPr lang="en-US" altLang="ja-JP" sz="2800" kern="0" dirty="0" err="1">
                <a:solidFill>
                  <a:srgbClr val="5F5F5F"/>
                </a:solidFill>
              </a:rPr>
              <a:t>CMake</a:t>
            </a:r>
            <a:r>
              <a:rPr lang="ja-JP" altLang="en-US" sz="2800" kern="0" dirty="0">
                <a:solidFill>
                  <a:srgbClr val="5F5F5F"/>
                </a:solidFill>
              </a:rPr>
              <a:t>による</a:t>
            </a:r>
            <a:r>
              <a:rPr lang="en-US" altLang="ja-JP" sz="2800" kern="0" dirty="0">
                <a:solidFill>
                  <a:srgbClr val="5F5F5F"/>
                </a:solidFill>
              </a:rPr>
              <a:t>Visual Studio</a:t>
            </a:r>
            <a:r>
              <a:rPr lang="ja-JP" altLang="en-US" sz="2800" kern="0" dirty="0">
                <a:solidFill>
                  <a:srgbClr val="5F5F5F"/>
                </a:solidFill>
              </a:rPr>
              <a:t>プロジェクトファイル等の生成</a:t>
            </a:r>
            <a:endParaRPr lang="en-US" altLang="ja-JP" sz="2800" kern="0" dirty="0">
              <a:solidFill>
                <a:srgbClr val="5F5F5F"/>
              </a:solidFill>
            </a:endParaRPr>
          </a:p>
          <a:p>
            <a:pPr marL="514350" indent="-514350" eaLnBrk="1" hangingPunct="1">
              <a:lnSpc>
                <a:spcPct val="80000"/>
              </a:lnSpc>
              <a:buFont typeface="+mj-lt"/>
              <a:buAutoNum type="arabicPeriod"/>
              <a:defRPr/>
            </a:pPr>
            <a:r>
              <a:rPr lang="ja-JP" altLang="en-US" sz="2800" b="1" kern="0" dirty="0">
                <a:solidFill>
                  <a:srgbClr val="FF0000"/>
                </a:solidFill>
              </a:rPr>
              <a:t>コード編集</a:t>
            </a:r>
            <a:endParaRPr lang="en-US" altLang="ja-JP" sz="2800" b="1" kern="0" dirty="0">
              <a:solidFill>
                <a:srgbClr val="FF0000"/>
              </a:solidFill>
            </a:endParaRPr>
          </a:p>
          <a:p>
            <a:pPr marL="514350" indent="-514350" eaLnBrk="1" hangingPunct="1">
              <a:lnSpc>
                <a:spcPct val="80000"/>
              </a:lnSpc>
              <a:buFont typeface="+mj-lt"/>
              <a:buAutoNum type="arabicPeriod"/>
              <a:defRPr/>
            </a:pPr>
            <a:r>
              <a:rPr lang="ja-JP" altLang="en-US" sz="2800" kern="0" dirty="0">
                <a:solidFill>
                  <a:srgbClr val="5F5F5F"/>
                </a:solidFill>
              </a:rPr>
              <a:t>ビルドして</a:t>
            </a:r>
            <a:r>
              <a:rPr lang="en-US" altLang="ja-JP" sz="2800" kern="0" dirty="0" err="1">
                <a:solidFill>
                  <a:srgbClr val="5F5F5F"/>
                </a:solidFill>
              </a:rPr>
              <a:t>ArmController</a:t>
            </a:r>
            <a:r>
              <a:rPr lang="en-US" altLang="ja-JP" sz="2800" kern="0" dirty="0">
                <a:solidFill>
                  <a:srgbClr val="5F5F5F"/>
                </a:solidFill>
              </a:rPr>
              <a:t>\build\</a:t>
            </a:r>
            <a:r>
              <a:rPr lang="en-US" altLang="ja-JP" sz="2800" kern="0" dirty="0" err="1">
                <a:solidFill>
                  <a:srgbClr val="5F5F5F"/>
                </a:solidFill>
              </a:rPr>
              <a:t>src</a:t>
            </a:r>
            <a:r>
              <a:rPr lang="en-US" altLang="ja-JP" sz="2800" kern="0" dirty="0">
                <a:solidFill>
                  <a:srgbClr val="5F5F5F"/>
                </a:solidFill>
              </a:rPr>
              <a:t>\Release(</a:t>
            </a:r>
            <a:r>
              <a:rPr lang="ja-JP" altLang="en-US" sz="2800" kern="0" dirty="0">
                <a:solidFill>
                  <a:srgbClr val="5F5F5F"/>
                </a:solidFill>
              </a:rPr>
              <a:t>もしくは</a:t>
            </a:r>
            <a:r>
              <a:rPr lang="en-US" altLang="ja-JP" sz="2800" kern="0" dirty="0">
                <a:solidFill>
                  <a:srgbClr val="5F5F5F"/>
                </a:solidFill>
              </a:rPr>
              <a:t>Debug)</a:t>
            </a:r>
            <a:r>
              <a:rPr lang="ja-JP" altLang="en-US" sz="2800" kern="0" dirty="0">
                <a:solidFill>
                  <a:srgbClr val="5F5F5F"/>
                </a:solidFill>
              </a:rPr>
              <a:t>フォルダに実行ファイル</a:t>
            </a:r>
            <a:r>
              <a:rPr lang="en-US" altLang="ja-JP" sz="2800" kern="0" dirty="0">
                <a:solidFill>
                  <a:srgbClr val="5F5F5F"/>
                </a:solidFill>
              </a:rPr>
              <a:t>ArmControllerComp.exe</a:t>
            </a:r>
            <a:r>
              <a:rPr lang="ja-JP" altLang="en-US" sz="2800" kern="0" dirty="0">
                <a:solidFill>
                  <a:srgbClr val="5F5F5F"/>
                </a:solidFill>
              </a:rPr>
              <a:t>を生成</a:t>
            </a:r>
            <a:endParaRPr lang="en-US" altLang="ja-JP" sz="1800" kern="0" dirty="0">
              <a:solidFill>
                <a:srgbClr val="5F5F5F"/>
              </a:solidFill>
            </a:endParaRPr>
          </a:p>
          <a:p>
            <a:pPr lvl="2" eaLnBrk="1" hangingPunct="1">
              <a:lnSpc>
                <a:spcPct val="80000"/>
              </a:lnSpc>
              <a:defRPr/>
            </a:pPr>
            <a:endParaRPr lang="en-US" altLang="ja-JP" sz="1200" kern="0" dirty="0">
              <a:solidFill>
                <a:srgbClr val="5F5F5F"/>
              </a:solidFill>
            </a:endParaRPr>
          </a:p>
        </p:txBody>
      </p:sp>
      <p:pic>
        <p:nvPicPr>
          <p:cNvPr id="5122" name="Picture 2">
            <a:extLst>
              <a:ext uri="{FF2B5EF4-FFF2-40B4-BE49-F238E27FC236}">
                <a16:creationId xmlns:a16="http://schemas.microsoft.com/office/drawing/2014/main" id="{BEBCE8D7-858F-03F4-9B49-D08BEAE385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931" y="1715675"/>
            <a:ext cx="6534150" cy="2085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721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D140C-08DF-0E6F-9605-7FBC0C162E3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BAC0CFD-640D-406D-BD97-EF24D9BDF890}"/>
              </a:ext>
            </a:extLst>
          </p:cNvPr>
          <p:cNvSpPr>
            <a:spLocks noGrp="1"/>
          </p:cNvSpPr>
          <p:nvPr>
            <p:ph type="title"/>
          </p:nvPr>
        </p:nvSpPr>
        <p:spPr/>
        <p:txBody>
          <a:bodyPr/>
          <a:lstStyle/>
          <a:p>
            <a:r>
              <a:rPr kumimoji="1" lang="ja-JP" altLang="en-US" dirty="0"/>
              <a:t>コード編集</a:t>
            </a:r>
          </a:p>
        </p:txBody>
      </p:sp>
      <p:pic>
        <p:nvPicPr>
          <p:cNvPr id="18" name="図 17">
            <a:extLst>
              <a:ext uri="{FF2B5EF4-FFF2-40B4-BE49-F238E27FC236}">
                <a16:creationId xmlns:a16="http://schemas.microsoft.com/office/drawing/2014/main" id="{0C2ED02A-3CDB-2B8A-F6B5-3C56283814D9}"/>
              </a:ext>
            </a:extLst>
          </p:cNvPr>
          <p:cNvPicPr>
            <a:picLocks noChangeAspect="1"/>
          </p:cNvPicPr>
          <p:nvPr/>
        </p:nvPicPr>
        <p:blipFill>
          <a:blip r:embed="rId2"/>
          <a:stretch>
            <a:fillRect/>
          </a:stretch>
        </p:blipFill>
        <p:spPr>
          <a:xfrm>
            <a:off x="1727638" y="890509"/>
            <a:ext cx="9374116" cy="2538491"/>
          </a:xfrm>
          <a:prstGeom prst="rect">
            <a:avLst/>
          </a:prstGeom>
        </p:spPr>
      </p:pic>
      <p:pic>
        <p:nvPicPr>
          <p:cNvPr id="20" name="図 19">
            <a:extLst>
              <a:ext uri="{FF2B5EF4-FFF2-40B4-BE49-F238E27FC236}">
                <a16:creationId xmlns:a16="http://schemas.microsoft.com/office/drawing/2014/main" id="{F0031970-565C-141E-FF08-A9DAD41BF8C7}"/>
              </a:ext>
            </a:extLst>
          </p:cNvPr>
          <p:cNvPicPr>
            <a:picLocks noChangeAspect="1"/>
          </p:cNvPicPr>
          <p:nvPr/>
        </p:nvPicPr>
        <p:blipFill>
          <a:blip r:embed="rId3"/>
          <a:stretch>
            <a:fillRect/>
          </a:stretch>
        </p:blipFill>
        <p:spPr>
          <a:xfrm>
            <a:off x="1727638" y="4086190"/>
            <a:ext cx="9766826" cy="2286548"/>
          </a:xfrm>
          <a:prstGeom prst="rect">
            <a:avLst/>
          </a:prstGeom>
        </p:spPr>
      </p:pic>
      <p:sp>
        <p:nvSpPr>
          <p:cNvPr id="21" name="正方形/長方形 20">
            <a:extLst>
              <a:ext uri="{FF2B5EF4-FFF2-40B4-BE49-F238E27FC236}">
                <a16:creationId xmlns:a16="http://schemas.microsoft.com/office/drawing/2014/main" id="{025E99E3-F46B-9266-AC25-8570F4D8211B}"/>
              </a:ext>
            </a:extLst>
          </p:cNvPr>
          <p:cNvSpPr/>
          <p:nvPr/>
        </p:nvSpPr>
        <p:spPr bwMode="auto">
          <a:xfrm>
            <a:off x="2866789" y="1512277"/>
            <a:ext cx="7027488" cy="1254370"/>
          </a:xfrm>
          <a:prstGeom prst="rect">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22" name="吹き出し: 角を丸めた四角形 21">
            <a:extLst>
              <a:ext uri="{FF2B5EF4-FFF2-40B4-BE49-F238E27FC236}">
                <a16:creationId xmlns:a16="http://schemas.microsoft.com/office/drawing/2014/main" id="{17A55899-6B90-401C-F9B2-334C4C9B4911}"/>
              </a:ext>
            </a:extLst>
          </p:cNvPr>
          <p:cNvSpPr/>
          <p:nvPr/>
        </p:nvSpPr>
        <p:spPr bwMode="auto">
          <a:xfrm>
            <a:off x="7010882" y="3157461"/>
            <a:ext cx="2447148" cy="532752"/>
          </a:xfrm>
          <a:prstGeom prst="wedgeRoundRectCallout">
            <a:avLst>
              <a:gd name="adj1" fmla="val -17471"/>
              <a:gd name="adj2" fmla="val -88971"/>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1600" b="1" dirty="0" err="1">
                <a:latin typeface="+mn-ea"/>
                <a:cs typeface="メイリオ" pitchFamily="50" charset="-128"/>
              </a:rPr>
              <a:t>onActivated</a:t>
            </a:r>
            <a:r>
              <a:rPr kumimoji="1" lang="ja-JP" altLang="en-US" sz="1600" b="1" dirty="0">
                <a:latin typeface="+mn-ea"/>
                <a:cs typeface="メイリオ" pitchFamily="50" charset="-128"/>
              </a:rPr>
              <a:t>関数に追加</a:t>
            </a:r>
            <a:endParaRPr kumimoji="1" lang="en-US" altLang="ja-JP" sz="1600" b="1" dirty="0">
              <a:latin typeface="+mn-ea"/>
              <a:cs typeface="メイリオ" pitchFamily="50" charset="-128"/>
            </a:endParaRPr>
          </a:p>
        </p:txBody>
      </p:sp>
      <p:sp>
        <p:nvSpPr>
          <p:cNvPr id="23" name="吹き出し: 角を丸めた四角形 22">
            <a:extLst>
              <a:ext uri="{FF2B5EF4-FFF2-40B4-BE49-F238E27FC236}">
                <a16:creationId xmlns:a16="http://schemas.microsoft.com/office/drawing/2014/main" id="{72FDB545-107C-8B8A-64CC-926CA532AE61}"/>
              </a:ext>
            </a:extLst>
          </p:cNvPr>
          <p:cNvSpPr/>
          <p:nvPr/>
        </p:nvSpPr>
        <p:spPr bwMode="auto">
          <a:xfrm>
            <a:off x="6482862" y="5967491"/>
            <a:ext cx="2575337" cy="532752"/>
          </a:xfrm>
          <a:prstGeom prst="wedgeRoundRectCallout">
            <a:avLst>
              <a:gd name="adj1" fmla="val -17471"/>
              <a:gd name="adj2" fmla="val -88971"/>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1600" b="1" dirty="0" err="1">
                <a:latin typeface="+mn-ea"/>
                <a:cs typeface="メイリオ" pitchFamily="50" charset="-128"/>
              </a:rPr>
              <a:t>onDeactivated</a:t>
            </a:r>
            <a:r>
              <a:rPr kumimoji="1" lang="ja-JP" altLang="en-US" sz="1600" b="1" dirty="0">
                <a:latin typeface="+mn-ea"/>
                <a:cs typeface="メイリオ" pitchFamily="50" charset="-128"/>
              </a:rPr>
              <a:t>関数に追加</a:t>
            </a:r>
          </a:p>
        </p:txBody>
      </p:sp>
      <p:sp>
        <p:nvSpPr>
          <p:cNvPr id="25" name="正方形/長方形 24">
            <a:extLst>
              <a:ext uri="{FF2B5EF4-FFF2-40B4-BE49-F238E27FC236}">
                <a16:creationId xmlns:a16="http://schemas.microsoft.com/office/drawing/2014/main" id="{B963CC21-D8AC-0BF7-0820-CE68E68769E4}"/>
              </a:ext>
            </a:extLst>
          </p:cNvPr>
          <p:cNvSpPr/>
          <p:nvPr/>
        </p:nvSpPr>
        <p:spPr bwMode="auto">
          <a:xfrm>
            <a:off x="2866788" y="4783015"/>
            <a:ext cx="7297119" cy="679940"/>
          </a:xfrm>
          <a:prstGeom prst="rect">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Tree>
    <p:extLst>
      <p:ext uri="{BB962C8B-B14F-4D97-AF65-F5344CB8AC3E}">
        <p14:creationId xmlns:p14="http://schemas.microsoft.com/office/powerpoint/2010/main" val="3669976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ADCB1-4F5C-491A-6F59-20B25067CE4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3F78D78-C03E-220C-A8CB-8BFF8118A888}"/>
              </a:ext>
            </a:extLst>
          </p:cNvPr>
          <p:cNvSpPr>
            <a:spLocks noGrp="1"/>
          </p:cNvSpPr>
          <p:nvPr>
            <p:ph type="title"/>
          </p:nvPr>
        </p:nvSpPr>
        <p:spPr/>
        <p:txBody>
          <a:bodyPr/>
          <a:lstStyle/>
          <a:p>
            <a:r>
              <a:rPr kumimoji="1" lang="ja-JP" altLang="en-US" dirty="0"/>
              <a:t>コード編集</a:t>
            </a:r>
          </a:p>
        </p:txBody>
      </p:sp>
      <p:pic>
        <p:nvPicPr>
          <p:cNvPr id="4" name="図 3">
            <a:extLst>
              <a:ext uri="{FF2B5EF4-FFF2-40B4-BE49-F238E27FC236}">
                <a16:creationId xmlns:a16="http://schemas.microsoft.com/office/drawing/2014/main" id="{9E09D051-DC61-18C7-5A3F-8A71723E6671}"/>
              </a:ext>
            </a:extLst>
          </p:cNvPr>
          <p:cNvPicPr>
            <a:picLocks noChangeAspect="1"/>
          </p:cNvPicPr>
          <p:nvPr/>
        </p:nvPicPr>
        <p:blipFill>
          <a:blip r:embed="rId2"/>
          <a:stretch>
            <a:fillRect/>
          </a:stretch>
        </p:blipFill>
        <p:spPr>
          <a:xfrm>
            <a:off x="227014" y="797170"/>
            <a:ext cx="5905042" cy="5990492"/>
          </a:xfrm>
          <a:prstGeom prst="rect">
            <a:avLst/>
          </a:prstGeom>
        </p:spPr>
      </p:pic>
      <p:sp>
        <p:nvSpPr>
          <p:cNvPr id="5" name="正方形/長方形 4">
            <a:extLst>
              <a:ext uri="{FF2B5EF4-FFF2-40B4-BE49-F238E27FC236}">
                <a16:creationId xmlns:a16="http://schemas.microsoft.com/office/drawing/2014/main" id="{93169563-6CA5-3AEE-8F2C-E6D6C669CD62}"/>
              </a:ext>
            </a:extLst>
          </p:cNvPr>
          <p:cNvSpPr/>
          <p:nvPr/>
        </p:nvSpPr>
        <p:spPr bwMode="auto">
          <a:xfrm>
            <a:off x="510451" y="1078522"/>
            <a:ext cx="5585549" cy="5251939"/>
          </a:xfrm>
          <a:prstGeom prst="rect">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6" name="吹き出し: 角を丸めた四角形 5">
            <a:extLst>
              <a:ext uri="{FF2B5EF4-FFF2-40B4-BE49-F238E27FC236}">
                <a16:creationId xmlns:a16="http://schemas.microsoft.com/office/drawing/2014/main" id="{CF08D705-A4DB-164A-78DA-910B80A88DF0}"/>
              </a:ext>
            </a:extLst>
          </p:cNvPr>
          <p:cNvSpPr/>
          <p:nvPr/>
        </p:nvSpPr>
        <p:spPr bwMode="auto">
          <a:xfrm>
            <a:off x="4223440" y="2950021"/>
            <a:ext cx="2447148" cy="532752"/>
          </a:xfrm>
          <a:prstGeom prst="wedgeRoundRectCallout">
            <a:avLst>
              <a:gd name="adj1" fmla="val -61544"/>
              <a:gd name="adj2" fmla="val 21053"/>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en-US" altLang="ja-JP" sz="1600" b="1" dirty="0" err="1">
                <a:latin typeface="+mn-ea"/>
                <a:cs typeface="メイリオ" pitchFamily="50" charset="-128"/>
              </a:rPr>
              <a:t>onExecute</a:t>
            </a:r>
            <a:r>
              <a:rPr kumimoji="1" lang="ja-JP" altLang="en-US" sz="1600" b="1" dirty="0">
                <a:latin typeface="+mn-ea"/>
                <a:cs typeface="メイリオ" pitchFamily="50" charset="-128"/>
              </a:rPr>
              <a:t>関数に追加</a:t>
            </a:r>
            <a:endParaRPr kumimoji="1" lang="en-US" altLang="ja-JP" sz="1600" b="1" dirty="0">
              <a:latin typeface="+mn-ea"/>
              <a:cs typeface="メイリオ" pitchFamily="50" charset="-128"/>
            </a:endParaRPr>
          </a:p>
        </p:txBody>
      </p:sp>
      <p:pic>
        <p:nvPicPr>
          <p:cNvPr id="10" name="図 9">
            <a:extLst>
              <a:ext uri="{FF2B5EF4-FFF2-40B4-BE49-F238E27FC236}">
                <a16:creationId xmlns:a16="http://schemas.microsoft.com/office/drawing/2014/main" id="{85A27A61-82C2-095A-054B-ABFF8344086C}"/>
              </a:ext>
            </a:extLst>
          </p:cNvPr>
          <p:cNvPicPr>
            <a:picLocks noChangeAspect="1"/>
          </p:cNvPicPr>
          <p:nvPr/>
        </p:nvPicPr>
        <p:blipFill>
          <a:blip r:embed="rId3"/>
          <a:stretch>
            <a:fillRect/>
          </a:stretch>
        </p:blipFill>
        <p:spPr>
          <a:xfrm>
            <a:off x="6379437" y="1558495"/>
            <a:ext cx="5716955" cy="655238"/>
          </a:xfrm>
          <a:prstGeom prst="rect">
            <a:avLst/>
          </a:prstGeom>
        </p:spPr>
      </p:pic>
      <p:cxnSp>
        <p:nvCxnSpPr>
          <p:cNvPr id="12" name="直線コネクタ 11">
            <a:extLst>
              <a:ext uri="{FF2B5EF4-FFF2-40B4-BE49-F238E27FC236}">
                <a16:creationId xmlns:a16="http://schemas.microsoft.com/office/drawing/2014/main" id="{D1B222DA-6E83-09A0-AD56-0732D527FAD1}"/>
              </a:ext>
            </a:extLst>
          </p:cNvPr>
          <p:cNvCxnSpPr>
            <a:cxnSpLocks/>
          </p:cNvCxnSpPr>
          <p:nvPr/>
        </p:nvCxnSpPr>
        <p:spPr>
          <a:xfrm>
            <a:off x="6379437" y="1840530"/>
            <a:ext cx="5624994" cy="0"/>
          </a:xfrm>
          <a:prstGeom prst="line">
            <a:avLst/>
          </a:prstGeom>
          <a:ln w="571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CD521685-A713-5886-3F06-DFED5756DACC}"/>
              </a:ext>
            </a:extLst>
          </p:cNvPr>
          <p:cNvCxnSpPr>
            <a:cxnSpLocks/>
          </p:cNvCxnSpPr>
          <p:nvPr/>
        </p:nvCxnSpPr>
        <p:spPr>
          <a:xfrm>
            <a:off x="8100646" y="2143395"/>
            <a:ext cx="3995746"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16" name="吹き出し: 角を丸めた四角形 15">
            <a:extLst>
              <a:ext uri="{FF2B5EF4-FFF2-40B4-BE49-F238E27FC236}">
                <a16:creationId xmlns:a16="http://schemas.microsoft.com/office/drawing/2014/main" id="{A1C5CC4D-7FA8-88A9-C13A-EC3F07525D56}"/>
              </a:ext>
            </a:extLst>
          </p:cNvPr>
          <p:cNvSpPr/>
          <p:nvPr/>
        </p:nvSpPr>
        <p:spPr bwMode="auto">
          <a:xfrm>
            <a:off x="6998678" y="2461919"/>
            <a:ext cx="4966308" cy="1244096"/>
          </a:xfrm>
          <a:prstGeom prst="wedgeRoundRectCallout">
            <a:avLst>
              <a:gd name="adj1" fmla="val -4537"/>
              <a:gd name="adj2" fmla="val -91171"/>
              <a:gd name="adj3" fmla="val 16667"/>
            </a:avLst>
          </a:prstGeom>
          <a:solidFill>
            <a:schemeClr val="bg1"/>
          </a:solidFill>
          <a:ln w="6350">
            <a:solidFill>
              <a:schemeClr val="tx1"/>
            </a:solidFill>
          </a:ln>
        </p:spPr>
        <p:txBody>
          <a:bodyPr wrap="square" lIns="0" tIns="0" rIns="0" bIns="0" rtlCol="0" anchor="ctr">
            <a:noAutofit/>
          </a:bodyPr>
          <a:lstStyle/>
          <a:p>
            <a:pPr marL="285750" indent="-285750" eaLnBrk="1" hangingPunct="1">
              <a:buClr>
                <a:srgbClr val="000000"/>
              </a:buClr>
              <a:buSzPct val="100000"/>
              <a:buFont typeface="Arial" panose="020B0604020202020204" pitchFamily="34" charset="0"/>
              <a:buChar char="•"/>
            </a:pPr>
            <a:r>
              <a:rPr kumimoji="1" lang="en-US" altLang="ja-JP" sz="1600" b="1" dirty="0" err="1">
                <a:latin typeface="+mn-ea"/>
                <a:cs typeface="メイリオ" pitchFamily="50" charset="-128"/>
              </a:rPr>
              <a:t>moveLinearCartesianAbs</a:t>
            </a:r>
            <a:r>
              <a:rPr kumimoji="1" lang="ja-JP" altLang="en-US" sz="1600" b="1" dirty="0">
                <a:latin typeface="+mn-ea"/>
                <a:cs typeface="メイリオ" pitchFamily="50" charset="-128"/>
              </a:rPr>
              <a:t>関数は、ロボット座標系の絶対値で指定された目標位置に対し直線補間で動作する。</a:t>
            </a:r>
            <a:endParaRPr kumimoji="1" lang="en-US" altLang="ja-JP" sz="1600" b="1" dirty="0">
              <a:latin typeface="+mn-ea"/>
              <a:cs typeface="メイリオ" pitchFamily="50" charset="-128"/>
            </a:endParaRPr>
          </a:p>
          <a:p>
            <a:pPr marL="285750" indent="-285750" eaLnBrk="1" hangingPunct="1">
              <a:buClr>
                <a:srgbClr val="000000"/>
              </a:buClr>
              <a:buSzPct val="100000"/>
              <a:buFont typeface="Arial" panose="020B0604020202020204" pitchFamily="34" charset="0"/>
              <a:buChar char="•"/>
            </a:pPr>
            <a:r>
              <a:rPr kumimoji="1" lang="en-US" altLang="ja-JP" sz="1600" b="1" dirty="0">
                <a:latin typeface="+mn-ea"/>
                <a:cs typeface="メイリオ" pitchFamily="50" charset="-128"/>
              </a:rPr>
              <a:t>Provided</a:t>
            </a:r>
            <a:r>
              <a:rPr kumimoji="1" lang="ja-JP" altLang="en-US" sz="1600" b="1" dirty="0">
                <a:latin typeface="+mn-ea"/>
                <a:cs typeface="メイリオ" pitchFamily="50" charset="-128"/>
              </a:rPr>
              <a:t>型インターフェースの関数を遠隔呼び出しする。</a:t>
            </a:r>
            <a:endParaRPr kumimoji="1" lang="en-US" altLang="ja-JP" sz="1600" b="1" dirty="0">
              <a:latin typeface="+mn-ea"/>
              <a:cs typeface="メイリオ" pitchFamily="50" charset="-128"/>
            </a:endParaRPr>
          </a:p>
        </p:txBody>
      </p:sp>
      <p:sp>
        <p:nvSpPr>
          <p:cNvPr id="17" name="吹き出し: 角を丸めた四角形 16">
            <a:extLst>
              <a:ext uri="{FF2B5EF4-FFF2-40B4-BE49-F238E27FC236}">
                <a16:creationId xmlns:a16="http://schemas.microsoft.com/office/drawing/2014/main" id="{A3BF5898-7460-2F80-F1FF-B629538F86BC}"/>
              </a:ext>
            </a:extLst>
          </p:cNvPr>
          <p:cNvSpPr/>
          <p:nvPr/>
        </p:nvSpPr>
        <p:spPr bwMode="auto">
          <a:xfrm>
            <a:off x="7467600" y="874311"/>
            <a:ext cx="3481754" cy="532752"/>
          </a:xfrm>
          <a:prstGeom prst="wedgeRoundRectCallout">
            <a:avLst>
              <a:gd name="adj1" fmla="val -12027"/>
              <a:gd name="adj2" fmla="val 84867"/>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定義したインターフェースに対応するオブジェクトから関数呼び出し</a:t>
            </a:r>
            <a:endParaRPr kumimoji="1" lang="en-US" altLang="ja-JP" sz="1600" b="1" dirty="0">
              <a:latin typeface="+mn-ea"/>
              <a:cs typeface="メイリオ" pitchFamily="50" charset="-128"/>
            </a:endParaRPr>
          </a:p>
        </p:txBody>
      </p:sp>
      <p:pic>
        <p:nvPicPr>
          <p:cNvPr id="21" name="図 20">
            <a:extLst>
              <a:ext uri="{FF2B5EF4-FFF2-40B4-BE49-F238E27FC236}">
                <a16:creationId xmlns:a16="http://schemas.microsoft.com/office/drawing/2014/main" id="{4761B6F8-ED53-C505-222F-B67A509E9849}"/>
              </a:ext>
            </a:extLst>
          </p:cNvPr>
          <p:cNvPicPr>
            <a:picLocks noChangeAspect="1"/>
          </p:cNvPicPr>
          <p:nvPr/>
        </p:nvPicPr>
        <p:blipFill>
          <a:blip r:embed="rId4"/>
          <a:stretch>
            <a:fillRect/>
          </a:stretch>
        </p:blipFill>
        <p:spPr>
          <a:xfrm>
            <a:off x="9441902" y="3947697"/>
            <a:ext cx="2654490" cy="2160026"/>
          </a:xfrm>
          <a:prstGeom prst="rect">
            <a:avLst/>
          </a:prstGeom>
        </p:spPr>
      </p:pic>
      <p:grpSp>
        <p:nvGrpSpPr>
          <p:cNvPr id="35" name="グループ化 34">
            <a:extLst>
              <a:ext uri="{FF2B5EF4-FFF2-40B4-BE49-F238E27FC236}">
                <a16:creationId xmlns:a16="http://schemas.microsoft.com/office/drawing/2014/main" id="{7B38AA41-C95C-5A56-BF9C-BA4C5D1E3D7C}"/>
              </a:ext>
            </a:extLst>
          </p:cNvPr>
          <p:cNvGrpSpPr/>
          <p:nvPr/>
        </p:nvGrpSpPr>
        <p:grpSpPr>
          <a:xfrm>
            <a:off x="10306050" y="5374776"/>
            <a:ext cx="595313" cy="639162"/>
            <a:chOff x="10306050" y="5374776"/>
            <a:chExt cx="595313" cy="639162"/>
          </a:xfrm>
        </p:grpSpPr>
        <p:cxnSp>
          <p:nvCxnSpPr>
            <p:cNvPr id="23" name="直線矢印コネクタ 22">
              <a:extLst>
                <a:ext uri="{FF2B5EF4-FFF2-40B4-BE49-F238E27FC236}">
                  <a16:creationId xmlns:a16="http://schemas.microsoft.com/office/drawing/2014/main" id="{71B3DB56-AAE6-F95C-26A9-E98F8DBA541B}"/>
                </a:ext>
              </a:extLst>
            </p:cNvPr>
            <p:cNvCxnSpPr>
              <a:cxnSpLocks/>
            </p:cNvCxnSpPr>
            <p:nvPr/>
          </p:nvCxnSpPr>
          <p:spPr>
            <a:xfrm flipV="1">
              <a:off x="10728926" y="5374776"/>
              <a:ext cx="0" cy="473574"/>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8AACF0C6-4160-33CE-C913-76765EBE32A3}"/>
                </a:ext>
              </a:extLst>
            </p:cNvPr>
            <p:cNvCxnSpPr>
              <a:cxnSpLocks/>
            </p:cNvCxnSpPr>
            <p:nvPr/>
          </p:nvCxnSpPr>
          <p:spPr>
            <a:xfrm flipH="1">
              <a:off x="10306050" y="5819531"/>
              <a:ext cx="45145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392F158A-6739-7C58-1243-BA9EF9BD92B8}"/>
                </a:ext>
              </a:extLst>
            </p:cNvPr>
            <p:cNvCxnSpPr>
              <a:cxnSpLocks/>
            </p:cNvCxnSpPr>
            <p:nvPr/>
          </p:nvCxnSpPr>
          <p:spPr>
            <a:xfrm>
              <a:off x="10728926" y="5813181"/>
              <a:ext cx="172437" cy="20075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テキスト ボックス 30">
            <a:extLst>
              <a:ext uri="{FF2B5EF4-FFF2-40B4-BE49-F238E27FC236}">
                <a16:creationId xmlns:a16="http://schemas.microsoft.com/office/drawing/2014/main" id="{92449D83-D82B-1535-931A-0325C1489214}"/>
              </a:ext>
            </a:extLst>
          </p:cNvPr>
          <p:cNvSpPr txBox="1"/>
          <p:nvPr/>
        </p:nvSpPr>
        <p:spPr>
          <a:xfrm>
            <a:off x="10181295" y="5717353"/>
            <a:ext cx="96180" cy="191656"/>
          </a:xfrm>
          <a:prstGeom prst="rect">
            <a:avLst/>
          </a:prstGeom>
        </p:spPr>
        <p:txBody>
          <a:bodyPr vert="horz" wrap="none" lIns="0" tIns="0" rIns="0" bIns="0" rtlCol="0">
            <a:spAutoFit/>
          </a:bodyPr>
          <a:lstStyle/>
          <a:p>
            <a:pPr marL="0" indent="0" algn="l">
              <a:lnSpc>
                <a:spcPct val="120000"/>
              </a:lnSpc>
              <a:spcAft>
                <a:spcPts val="300"/>
              </a:spcAft>
              <a:buNone/>
            </a:pPr>
            <a:r>
              <a:rPr kumimoji="1" lang="en-US" altLang="ja-JP" sz="1100" b="1" dirty="0">
                <a:solidFill>
                  <a:srgbClr val="FF0000"/>
                </a:solidFill>
              </a:rPr>
              <a:t>X</a:t>
            </a:r>
            <a:endParaRPr kumimoji="1" lang="ja-JP" altLang="en-US" sz="1100" b="1" dirty="0">
              <a:solidFill>
                <a:srgbClr val="FF0000"/>
              </a:solidFill>
            </a:endParaRPr>
          </a:p>
        </p:txBody>
      </p:sp>
      <p:sp>
        <p:nvSpPr>
          <p:cNvPr id="32" name="テキスト ボックス 31">
            <a:extLst>
              <a:ext uri="{FF2B5EF4-FFF2-40B4-BE49-F238E27FC236}">
                <a16:creationId xmlns:a16="http://schemas.microsoft.com/office/drawing/2014/main" id="{F51B29AB-5F9C-84DB-9E31-065A48EE18C5}"/>
              </a:ext>
            </a:extLst>
          </p:cNvPr>
          <p:cNvSpPr txBox="1"/>
          <p:nvPr/>
        </p:nvSpPr>
        <p:spPr>
          <a:xfrm>
            <a:off x="10949354" y="5918110"/>
            <a:ext cx="96180" cy="191656"/>
          </a:xfrm>
          <a:prstGeom prst="rect">
            <a:avLst/>
          </a:prstGeom>
          <a:ln>
            <a:noFill/>
          </a:ln>
        </p:spPr>
        <p:txBody>
          <a:bodyPr vert="horz" wrap="none" lIns="0" tIns="0" rIns="0" bIns="0" rtlCol="0">
            <a:spAutoFit/>
          </a:bodyPr>
          <a:lstStyle/>
          <a:p>
            <a:pPr marL="0" indent="0" algn="l">
              <a:lnSpc>
                <a:spcPct val="120000"/>
              </a:lnSpc>
              <a:spcAft>
                <a:spcPts val="300"/>
              </a:spcAft>
              <a:buNone/>
            </a:pPr>
            <a:r>
              <a:rPr kumimoji="1" lang="en-US" altLang="ja-JP" sz="1100" b="1" dirty="0">
                <a:solidFill>
                  <a:srgbClr val="00B050"/>
                </a:solidFill>
              </a:rPr>
              <a:t>Y</a:t>
            </a:r>
            <a:endParaRPr kumimoji="1" lang="ja-JP" altLang="en-US" sz="1100" b="1" dirty="0">
              <a:solidFill>
                <a:srgbClr val="00B050"/>
              </a:solidFill>
            </a:endParaRPr>
          </a:p>
        </p:txBody>
      </p:sp>
      <p:sp>
        <p:nvSpPr>
          <p:cNvPr id="33" name="テキスト ボックス 32">
            <a:extLst>
              <a:ext uri="{FF2B5EF4-FFF2-40B4-BE49-F238E27FC236}">
                <a16:creationId xmlns:a16="http://schemas.microsoft.com/office/drawing/2014/main" id="{7EC52A58-6B01-F629-4A07-3BCD9A8FEAD7}"/>
              </a:ext>
            </a:extLst>
          </p:cNvPr>
          <p:cNvSpPr txBox="1"/>
          <p:nvPr/>
        </p:nvSpPr>
        <p:spPr>
          <a:xfrm>
            <a:off x="10769147" y="5306495"/>
            <a:ext cx="91372" cy="191656"/>
          </a:xfrm>
          <a:prstGeom prst="rect">
            <a:avLst/>
          </a:prstGeom>
          <a:ln>
            <a:noFill/>
          </a:ln>
        </p:spPr>
        <p:txBody>
          <a:bodyPr vert="horz" wrap="none" lIns="0" tIns="0" rIns="0" bIns="0" rtlCol="0">
            <a:spAutoFit/>
          </a:bodyPr>
          <a:lstStyle/>
          <a:p>
            <a:pPr marL="0" indent="0" algn="l">
              <a:lnSpc>
                <a:spcPct val="120000"/>
              </a:lnSpc>
              <a:spcAft>
                <a:spcPts val="300"/>
              </a:spcAft>
              <a:buNone/>
            </a:pPr>
            <a:r>
              <a:rPr kumimoji="1" lang="en-US" altLang="ja-JP" sz="1100" b="1" dirty="0">
                <a:solidFill>
                  <a:srgbClr val="0070C0"/>
                </a:solidFill>
              </a:rPr>
              <a:t>Z</a:t>
            </a:r>
            <a:endParaRPr kumimoji="1" lang="ja-JP" altLang="en-US" sz="1100" b="1" dirty="0">
              <a:solidFill>
                <a:srgbClr val="0070C0"/>
              </a:solidFill>
            </a:endParaRPr>
          </a:p>
        </p:txBody>
      </p:sp>
      <p:grpSp>
        <p:nvGrpSpPr>
          <p:cNvPr id="36" name="グループ化 35">
            <a:extLst>
              <a:ext uri="{FF2B5EF4-FFF2-40B4-BE49-F238E27FC236}">
                <a16:creationId xmlns:a16="http://schemas.microsoft.com/office/drawing/2014/main" id="{1F17759A-8168-3531-63C2-F1DB8E6B4FED}"/>
              </a:ext>
            </a:extLst>
          </p:cNvPr>
          <p:cNvGrpSpPr/>
          <p:nvPr/>
        </p:nvGrpSpPr>
        <p:grpSpPr>
          <a:xfrm rot="10800000">
            <a:off x="9810348" y="5225470"/>
            <a:ext cx="451451" cy="473574"/>
            <a:chOff x="10306050" y="5374776"/>
            <a:chExt cx="451451" cy="473574"/>
          </a:xfrm>
        </p:grpSpPr>
        <p:cxnSp>
          <p:nvCxnSpPr>
            <p:cNvPr id="37" name="直線矢印コネクタ 36">
              <a:extLst>
                <a:ext uri="{FF2B5EF4-FFF2-40B4-BE49-F238E27FC236}">
                  <a16:creationId xmlns:a16="http://schemas.microsoft.com/office/drawing/2014/main" id="{B306899A-DD9A-7CF4-7A63-A4D9A12002CA}"/>
                </a:ext>
              </a:extLst>
            </p:cNvPr>
            <p:cNvCxnSpPr>
              <a:cxnSpLocks/>
            </p:cNvCxnSpPr>
            <p:nvPr/>
          </p:nvCxnSpPr>
          <p:spPr>
            <a:xfrm flipV="1">
              <a:off x="10728926" y="5374776"/>
              <a:ext cx="0" cy="473574"/>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7043CD83-5375-E564-0991-5F216402E633}"/>
                </a:ext>
              </a:extLst>
            </p:cNvPr>
            <p:cNvCxnSpPr>
              <a:cxnSpLocks/>
            </p:cNvCxnSpPr>
            <p:nvPr/>
          </p:nvCxnSpPr>
          <p:spPr>
            <a:xfrm flipH="1">
              <a:off x="10306050" y="5819531"/>
              <a:ext cx="451451"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C15975C2-B906-E1A7-E659-35BAE732A67E}"/>
                </a:ext>
              </a:extLst>
            </p:cNvPr>
            <p:cNvCxnSpPr>
              <a:cxnSpLocks/>
            </p:cNvCxnSpPr>
            <p:nvPr/>
          </p:nvCxnSpPr>
          <p:spPr>
            <a:xfrm rot="10800000">
              <a:off x="10550828" y="5589958"/>
              <a:ext cx="197149" cy="23751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3" name="直線矢印コネクタ 52">
            <a:extLst>
              <a:ext uri="{FF2B5EF4-FFF2-40B4-BE49-F238E27FC236}">
                <a16:creationId xmlns:a16="http://schemas.microsoft.com/office/drawing/2014/main" id="{35A4429D-B2A5-BAC8-EAF0-56DA800ED66F}"/>
              </a:ext>
            </a:extLst>
          </p:cNvPr>
          <p:cNvCxnSpPr>
            <a:cxnSpLocks/>
            <a:endCxn id="54" idx="7"/>
          </p:cNvCxnSpPr>
          <p:nvPr/>
        </p:nvCxnSpPr>
        <p:spPr>
          <a:xfrm flipH="1">
            <a:off x="9867851" y="4152900"/>
            <a:ext cx="663924" cy="1070486"/>
          </a:xfrm>
          <a:prstGeom prst="straightConnector1">
            <a:avLst/>
          </a:prstGeom>
          <a:ln w="3810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54" name="楕円 53">
            <a:extLst>
              <a:ext uri="{FF2B5EF4-FFF2-40B4-BE49-F238E27FC236}">
                <a16:creationId xmlns:a16="http://schemas.microsoft.com/office/drawing/2014/main" id="{2DA01177-3FEB-C3AF-3DF8-7DE7D0090BB1}"/>
              </a:ext>
            </a:extLst>
          </p:cNvPr>
          <p:cNvSpPr/>
          <p:nvPr/>
        </p:nvSpPr>
        <p:spPr bwMode="auto">
          <a:xfrm>
            <a:off x="9782682" y="5207131"/>
            <a:ext cx="99782" cy="110994"/>
          </a:xfrm>
          <a:prstGeom prst="ellipse">
            <a:avLst/>
          </a:prstGeom>
          <a:solidFill>
            <a:srgbClr val="FFFF00"/>
          </a:solidFill>
          <a:ln w="6350">
            <a:no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56" name="テキスト ボックス 55">
            <a:extLst>
              <a:ext uri="{FF2B5EF4-FFF2-40B4-BE49-F238E27FC236}">
                <a16:creationId xmlns:a16="http://schemas.microsoft.com/office/drawing/2014/main" id="{E1D9B839-963A-6492-4EBB-B2B63AD7ADC9}"/>
              </a:ext>
            </a:extLst>
          </p:cNvPr>
          <p:cNvSpPr txBox="1"/>
          <p:nvPr/>
        </p:nvSpPr>
        <p:spPr>
          <a:xfrm>
            <a:off x="9445514" y="5357345"/>
            <a:ext cx="538609" cy="182935"/>
          </a:xfrm>
          <a:prstGeom prst="rect">
            <a:avLst/>
          </a:prstGeom>
        </p:spPr>
        <p:txBody>
          <a:bodyPr vert="horz" wrap="none" lIns="0" tIns="0" rIns="0" bIns="0" rtlCol="0">
            <a:spAutoFit/>
          </a:bodyPr>
          <a:lstStyle/>
          <a:p>
            <a:pPr marL="0" indent="0" algn="l">
              <a:lnSpc>
                <a:spcPct val="120000"/>
              </a:lnSpc>
              <a:spcAft>
                <a:spcPts val="300"/>
              </a:spcAft>
              <a:buNone/>
            </a:pPr>
            <a:r>
              <a:rPr kumimoji="1" lang="ja-JP" altLang="en-US" sz="1050" b="1" dirty="0">
                <a:solidFill>
                  <a:srgbClr val="FFFF00"/>
                </a:solidFill>
              </a:rPr>
              <a:t>目標位置</a:t>
            </a:r>
          </a:p>
        </p:txBody>
      </p:sp>
      <p:cxnSp>
        <p:nvCxnSpPr>
          <p:cNvPr id="58" name="直線矢印コネクタ 57">
            <a:extLst>
              <a:ext uri="{FF2B5EF4-FFF2-40B4-BE49-F238E27FC236}">
                <a16:creationId xmlns:a16="http://schemas.microsoft.com/office/drawing/2014/main" id="{5C610973-7F1C-762E-8291-9BA8802C679D}"/>
              </a:ext>
            </a:extLst>
          </p:cNvPr>
          <p:cNvCxnSpPr>
            <a:cxnSpLocks/>
            <a:endCxn id="54" idx="5"/>
          </p:cNvCxnSpPr>
          <p:nvPr/>
        </p:nvCxnSpPr>
        <p:spPr>
          <a:xfrm flipH="1" flipV="1">
            <a:off x="9867851" y="5301870"/>
            <a:ext cx="880480" cy="510222"/>
          </a:xfrm>
          <a:prstGeom prst="straightConnector1">
            <a:avLst/>
          </a:prstGeom>
          <a:ln w="19050">
            <a:solidFill>
              <a:schemeClr val="accent1">
                <a:lumMod val="20000"/>
                <a:lumOff val="8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3" name="テキスト ボックス 62">
            <a:extLst>
              <a:ext uri="{FF2B5EF4-FFF2-40B4-BE49-F238E27FC236}">
                <a16:creationId xmlns:a16="http://schemas.microsoft.com/office/drawing/2014/main" id="{F061B9BC-532D-D600-A0A9-F0BDF003EDFB}"/>
              </a:ext>
            </a:extLst>
          </p:cNvPr>
          <p:cNvSpPr txBox="1"/>
          <p:nvPr/>
        </p:nvSpPr>
        <p:spPr>
          <a:xfrm>
            <a:off x="9699836" y="4560697"/>
            <a:ext cx="461665" cy="157094"/>
          </a:xfrm>
          <a:prstGeom prst="rect">
            <a:avLst/>
          </a:prstGeom>
        </p:spPr>
        <p:txBody>
          <a:bodyPr vert="horz" wrap="none" lIns="0" tIns="0" rIns="0" bIns="0" rtlCol="0">
            <a:spAutoFit/>
          </a:bodyPr>
          <a:lstStyle/>
          <a:p>
            <a:pPr>
              <a:lnSpc>
                <a:spcPct val="120000"/>
              </a:lnSpc>
              <a:spcAft>
                <a:spcPts val="300"/>
              </a:spcAft>
            </a:pPr>
            <a:r>
              <a:rPr kumimoji="1" lang="ja-JP" altLang="en-US" sz="900" b="1" dirty="0">
                <a:solidFill>
                  <a:srgbClr val="FFFF00"/>
                </a:solidFill>
                <a:latin typeface="+mn-ea"/>
                <a:cs typeface="メイリオ" pitchFamily="50" charset="-128"/>
              </a:rPr>
              <a:t>直線補間</a:t>
            </a:r>
            <a:endParaRPr kumimoji="1" lang="ja-JP" altLang="en-US" sz="900" dirty="0">
              <a:solidFill>
                <a:srgbClr val="FFFF00"/>
              </a:solidFill>
            </a:endParaRPr>
          </a:p>
        </p:txBody>
      </p:sp>
    </p:spTree>
    <p:extLst>
      <p:ext uri="{BB962C8B-B14F-4D97-AF65-F5344CB8AC3E}">
        <p14:creationId xmlns:p14="http://schemas.microsoft.com/office/powerpoint/2010/main" val="248469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185AF-A22F-709E-0D88-BCAE28507B6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706D39-C572-FEAB-942E-16E5BB514323}"/>
              </a:ext>
            </a:extLst>
          </p:cNvPr>
          <p:cNvSpPr>
            <a:spLocks noGrp="1"/>
          </p:cNvSpPr>
          <p:nvPr>
            <p:ph type="title"/>
          </p:nvPr>
        </p:nvSpPr>
        <p:spPr/>
        <p:txBody>
          <a:bodyPr/>
          <a:lstStyle/>
          <a:p>
            <a:r>
              <a:rPr kumimoji="1" lang="en-US" altLang="ja-JP" dirty="0" err="1"/>
              <a:t>Choreonoid</a:t>
            </a:r>
            <a:r>
              <a:rPr kumimoji="1" lang="ja-JP" altLang="en-US" dirty="0"/>
              <a:t>の起動</a:t>
            </a:r>
          </a:p>
        </p:txBody>
      </p:sp>
      <p:sp>
        <p:nvSpPr>
          <p:cNvPr id="3" name="Rectangle 2">
            <a:extLst>
              <a:ext uri="{FF2B5EF4-FFF2-40B4-BE49-F238E27FC236}">
                <a16:creationId xmlns:a16="http://schemas.microsoft.com/office/drawing/2014/main" id="{BB6C1FB3-2BC7-1001-23FE-8784A320D8E8}"/>
              </a:ext>
            </a:extLst>
          </p:cNvPr>
          <p:cNvSpPr txBox="1">
            <a:spLocks noChangeArrowheads="1"/>
          </p:cNvSpPr>
          <p:nvPr/>
        </p:nvSpPr>
        <p:spPr bwMode="auto">
          <a:xfrm>
            <a:off x="180975" y="1274763"/>
            <a:ext cx="11681173" cy="498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配布資料 </a:t>
            </a:r>
            <a:r>
              <a:rPr lang="en-US" altLang="ja-JP" sz="2800" kern="0" dirty="0">
                <a:solidFill>
                  <a:srgbClr val="5F5F5F"/>
                </a:solidFill>
              </a:rPr>
              <a:t>(USB</a:t>
            </a:r>
            <a:r>
              <a:rPr lang="ja-JP" altLang="en-US" sz="2800" kern="0" dirty="0">
                <a:solidFill>
                  <a:srgbClr val="5F5F5F"/>
                </a:solidFill>
              </a:rPr>
              <a:t>メモリ</a:t>
            </a:r>
            <a:r>
              <a:rPr lang="en-US" altLang="ja-JP" sz="2800" kern="0" dirty="0">
                <a:solidFill>
                  <a:srgbClr val="5F5F5F"/>
                </a:solidFill>
              </a:rPr>
              <a:t>) </a:t>
            </a:r>
            <a:r>
              <a:rPr lang="ja-JP" altLang="en-US" sz="2800" kern="0" dirty="0">
                <a:solidFill>
                  <a:srgbClr val="5F5F5F"/>
                </a:solidFill>
              </a:rPr>
              <a:t>の</a:t>
            </a:r>
            <a:r>
              <a:rPr lang="en-US" altLang="ja-JP" sz="2800" kern="0" dirty="0" err="1">
                <a:solidFill>
                  <a:srgbClr val="5F5F5F"/>
                </a:solidFill>
              </a:rPr>
              <a:t>choreonoid</a:t>
            </a:r>
            <a:r>
              <a:rPr lang="ja-JP" altLang="en-US" sz="2800" kern="0" dirty="0">
                <a:solidFill>
                  <a:srgbClr val="5F5F5F"/>
                </a:solidFill>
              </a:rPr>
              <a:t>フォルダの</a:t>
            </a:r>
            <a:r>
              <a:rPr lang="en-US" altLang="ja-JP" sz="2800" b="1" kern="0" dirty="0">
                <a:solidFill>
                  <a:srgbClr val="FF0000"/>
                </a:solidFill>
              </a:rPr>
              <a:t>myCobot280Simulator.bat</a:t>
            </a:r>
            <a:r>
              <a:rPr lang="ja-JP" altLang="en-US" sz="2800" kern="0" dirty="0">
                <a:solidFill>
                  <a:srgbClr val="5F5F5F"/>
                </a:solidFill>
              </a:rPr>
              <a:t>を実行する</a:t>
            </a:r>
            <a:endParaRPr lang="en-US" altLang="ja-JP" sz="2800" kern="0" dirty="0">
              <a:solidFill>
                <a:srgbClr val="5F5F5F"/>
              </a:solidFill>
            </a:endParaRPr>
          </a:p>
        </p:txBody>
      </p:sp>
      <p:pic>
        <p:nvPicPr>
          <p:cNvPr id="5" name="図 4">
            <a:extLst>
              <a:ext uri="{FF2B5EF4-FFF2-40B4-BE49-F238E27FC236}">
                <a16:creationId xmlns:a16="http://schemas.microsoft.com/office/drawing/2014/main" id="{38F63DCF-8F61-FB96-492A-DEA8415FBE7F}"/>
              </a:ext>
            </a:extLst>
          </p:cNvPr>
          <p:cNvPicPr>
            <a:picLocks noChangeAspect="1"/>
          </p:cNvPicPr>
          <p:nvPr/>
        </p:nvPicPr>
        <p:blipFill>
          <a:blip r:embed="rId2"/>
          <a:stretch>
            <a:fillRect/>
          </a:stretch>
        </p:blipFill>
        <p:spPr>
          <a:xfrm>
            <a:off x="329852" y="2252870"/>
            <a:ext cx="6619118" cy="4128052"/>
          </a:xfrm>
          <a:prstGeom prst="rect">
            <a:avLst/>
          </a:prstGeom>
        </p:spPr>
      </p:pic>
      <p:sp>
        <p:nvSpPr>
          <p:cNvPr id="6" name="正方形/長方形 5">
            <a:extLst>
              <a:ext uri="{FF2B5EF4-FFF2-40B4-BE49-F238E27FC236}">
                <a16:creationId xmlns:a16="http://schemas.microsoft.com/office/drawing/2014/main" id="{3B74245F-3898-7A0A-1B12-8123DEFE7094}"/>
              </a:ext>
            </a:extLst>
          </p:cNvPr>
          <p:cNvSpPr/>
          <p:nvPr/>
        </p:nvSpPr>
        <p:spPr bwMode="auto">
          <a:xfrm>
            <a:off x="1319521" y="4428820"/>
            <a:ext cx="1277905" cy="302206"/>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pic>
        <p:nvPicPr>
          <p:cNvPr id="7" name="図 6">
            <a:extLst>
              <a:ext uri="{FF2B5EF4-FFF2-40B4-BE49-F238E27FC236}">
                <a16:creationId xmlns:a16="http://schemas.microsoft.com/office/drawing/2014/main" id="{6B87C3C6-54C7-B2C9-6265-9692B9E5F0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4332" y="2810481"/>
            <a:ext cx="4981735" cy="2910382"/>
          </a:xfrm>
          <a:prstGeom prst="rect">
            <a:avLst/>
          </a:prstGeom>
        </p:spPr>
      </p:pic>
    </p:spTree>
    <p:extLst>
      <p:ext uri="{BB962C8B-B14F-4D97-AF65-F5344CB8AC3E}">
        <p14:creationId xmlns:p14="http://schemas.microsoft.com/office/powerpoint/2010/main" val="896696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1CFC7A5-FA4B-D48D-0704-7C04F1199E38}"/>
              </a:ext>
            </a:extLst>
          </p:cNvPr>
          <p:cNvSpPr>
            <a:spLocks noGrp="1"/>
          </p:cNvSpPr>
          <p:nvPr>
            <p:ph type="title"/>
          </p:nvPr>
        </p:nvSpPr>
        <p:spPr/>
        <p:txBody>
          <a:bodyPr/>
          <a:lstStyle/>
          <a:p>
            <a:r>
              <a:rPr kumimoji="1" lang="en-US" altLang="ja-JP" dirty="0"/>
              <a:t>RTC</a:t>
            </a:r>
            <a:r>
              <a:rPr kumimoji="1" lang="ja-JP" altLang="en-US" dirty="0"/>
              <a:t>アイテムの追加</a:t>
            </a:r>
          </a:p>
        </p:txBody>
      </p:sp>
      <p:grpSp>
        <p:nvGrpSpPr>
          <p:cNvPr id="3" name="グループ化 2">
            <a:extLst>
              <a:ext uri="{FF2B5EF4-FFF2-40B4-BE49-F238E27FC236}">
                <a16:creationId xmlns:a16="http://schemas.microsoft.com/office/drawing/2014/main" id="{0FCB9DA1-79F0-8024-11D5-1BA36A792FA9}"/>
              </a:ext>
            </a:extLst>
          </p:cNvPr>
          <p:cNvGrpSpPr/>
          <p:nvPr/>
        </p:nvGrpSpPr>
        <p:grpSpPr>
          <a:xfrm>
            <a:off x="227014" y="752953"/>
            <a:ext cx="4926461" cy="5918548"/>
            <a:chOff x="3478503" y="0"/>
            <a:chExt cx="5234993" cy="6858000"/>
          </a:xfrm>
        </p:grpSpPr>
        <p:pic>
          <p:nvPicPr>
            <p:cNvPr id="4" name="図 3">
              <a:extLst>
                <a:ext uri="{FF2B5EF4-FFF2-40B4-BE49-F238E27FC236}">
                  <a16:creationId xmlns:a16="http://schemas.microsoft.com/office/drawing/2014/main" id="{368C0E56-BAC6-2F75-644E-C3E971769CB7}"/>
                </a:ext>
              </a:extLst>
            </p:cNvPr>
            <p:cNvPicPr>
              <a:picLocks noChangeAspect="1"/>
            </p:cNvPicPr>
            <p:nvPr/>
          </p:nvPicPr>
          <p:blipFill>
            <a:blip r:embed="rId2"/>
            <a:stretch>
              <a:fillRect/>
            </a:stretch>
          </p:blipFill>
          <p:spPr>
            <a:xfrm>
              <a:off x="3478503" y="0"/>
              <a:ext cx="5234993" cy="6858000"/>
            </a:xfrm>
            <a:prstGeom prst="rect">
              <a:avLst/>
            </a:prstGeom>
          </p:spPr>
        </p:pic>
        <p:sp>
          <p:nvSpPr>
            <p:cNvPr id="5" name="正方形/長方形 4">
              <a:extLst>
                <a:ext uri="{FF2B5EF4-FFF2-40B4-BE49-F238E27FC236}">
                  <a16:creationId xmlns:a16="http://schemas.microsoft.com/office/drawing/2014/main" id="{3A0719B5-9961-BCA4-CF2E-B2066EFCC3EB}"/>
                </a:ext>
              </a:extLst>
            </p:cNvPr>
            <p:cNvSpPr/>
            <p:nvPr/>
          </p:nvSpPr>
          <p:spPr bwMode="auto">
            <a:xfrm>
              <a:off x="5228492" y="6447692"/>
              <a:ext cx="597877" cy="247255"/>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pic>
        <p:nvPicPr>
          <p:cNvPr id="7" name="図 6">
            <a:extLst>
              <a:ext uri="{FF2B5EF4-FFF2-40B4-BE49-F238E27FC236}">
                <a16:creationId xmlns:a16="http://schemas.microsoft.com/office/drawing/2014/main" id="{D50B702A-D56C-E774-8438-7A8A6F89AE75}"/>
              </a:ext>
            </a:extLst>
          </p:cNvPr>
          <p:cNvPicPr>
            <a:picLocks noChangeAspect="1"/>
          </p:cNvPicPr>
          <p:nvPr/>
        </p:nvPicPr>
        <p:blipFill>
          <a:blip r:embed="rId3"/>
          <a:stretch>
            <a:fillRect/>
          </a:stretch>
        </p:blipFill>
        <p:spPr>
          <a:xfrm>
            <a:off x="5672463" y="4411119"/>
            <a:ext cx="2400300" cy="1543050"/>
          </a:xfrm>
          <a:prstGeom prst="rect">
            <a:avLst/>
          </a:prstGeom>
        </p:spPr>
      </p:pic>
      <p:pic>
        <p:nvPicPr>
          <p:cNvPr id="9" name="図 8">
            <a:extLst>
              <a:ext uri="{FF2B5EF4-FFF2-40B4-BE49-F238E27FC236}">
                <a16:creationId xmlns:a16="http://schemas.microsoft.com/office/drawing/2014/main" id="{BF70062B-C319-9BE9-FE86-A311FE69E47C}"/>
              </a:ext>
            </a:extLst>
          </p:cNvPr>
          <p:cNvPicPr>
            <a:picLocks noChangeAspect="1"/>
          </p:cNvPicPr>
          <p:nvPr/>
        </p:nvPicPr>
        <p:blipFill>
          <a:blip r:embed="rId4"/>
          <a:stretch>
            <a:fillRect/>
          </a:stretch>
        </p:blipFill>
        <p:spPr>
          <a:xfrm>
            <a:off x="8746808" y="4258226"/>
            <a:ext cx="2727033" cy="1936957"/>
          </a:xfrm>
          <a:prstGeom prst="rect">
            <a:avLst/>
          </a:prstGeom>
        </p:spPr>
      </p:pic>
      <p:sp>
        <p:nvSpPr>
          <p:cNvPr id="10" name="正方形/長方形 9">
            <a:extLst>
              <a:ext uri="{FF2B5EF4-FFF2-40B4-BE49-F238E27FC236}">
                <a16:creationId xmlns:a16="http://schemas.microsoft.com/office/drawing/2014/main" id="{5C64D072-97A9-368E-B452-C54E907C8A14}"/>
              </a:ext>
            </a:extLst>
          </p:cNvPr>
          <p:cNvSpPr/>
          <p:nvPr/>
        </p:nvSpPr>
        <p:spPr bwMode="auto">
          <a:xfrm>
            <a:off x="8740738" y="5740785"/>
            <a:ext cx="1926276" cy="369332"/>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4" name="Rectangle 2">
            <a:extLst>
              <a:ext uri="{FF2B5EF4-FFF2-40B4-BE49-F238E27FC236}">
                <a16:creationId xmlns:a16="http://schemas.microsoft.com/office/drawing/2014/main" id="{79CD9941-2430-912D-4769-5721D85C5A2A}"/>
              </a:ext>
            </a:extLst>
          </p:cNvPr>
          <p:cNvSpPr txBox="1">
            <a:spLocks noChangeArrowheads="1"/>
          </p:cNvSpPr>
          <p:nvPr/>
        </p:nvSpPr>
        <p:spPr bwMode="auto">
          <a:xfrm>
            <a:off x="5336087" y="1541671"/>
            <a:ext cx="6463430" cy="2170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800" kern="0" dirty="0">
                <a:solidFill>
                  <a:srgbClr val="5F5F5F"/>
                </a:solidFill>
              </a:rPr>
              <a:t>RTC</a:t>
            </a:r>
            <a:r>
              <a:rPr lang="ja-JP" altLang="en-US" sz="2800" kern="0" dirty="0">
                <a:solidFill>
                  <a:srgbClr val="5F5F5F"/>
                </a:solidFill>
              </a:rPr>
              <a:t>アイテムを追加する</a:t>
            </a:r>
            <a:endParaRPr lang="en-US" altLang="ja-JP" sz="2800" kern="0" dirty="0">
              <a:solidFill>
                <a:srgbClr val="5F5F5F"/>
              </a:solidFill>
            </a:endParaRPr>
          </a:p>
          <a:p>
            <a:pPr lvl="1" eaLnBrk="1" hangingPunct="1">
              <a:lnSpc>
                <a:spcPct val="80000"/>
              </a:lnSpc>
              <a:defRPr/>
            </a:pPr>
            <a:r>
              <a:rPr lang="ja-JP" altLang="en-US" sz="2400" kern="0" dirty="0">
                <a:solidFill>
                  <a:srgbClr val="5F5F5F"/>
                </a:solidFill>
              </a:rPr>
              <a:t>ファイル→新規→</a:t>
            </a:r>
            <a:r>
              <a:rPr lang="en-US" altLang="ja-JP" sz="2400" kern="0" dirty="0">
                <a:solidFill>
                  <a:srgbClr val="5F5F5F"/>
                </a:solidFill>
              </a:rPr>
              <a:t>RTC</a:t>
            </a:r>
          </a:p>
          <a:p>
            <a:pPr lvl="1" eaLnBrk="1" hangingPunct="1">
              <a:lnSpc>
                <a:spcPct val="80000"/>
              </a:lnSpc>
              <a:defRPr/>
            </a:pPr>
            <a:r>
              <a:rPr lang="ja-JP" altLang="en-US" sz="2400" kern="0" dirty="0">
                <a:solidFill>
                  <a:srgbClr val="5F5F5F"/>
                </a:solidFill>
              </a:rPr>
              <a:t>名前は</a:t>
            </a:r>
            <a:r>
              <a:rPr lang="en-US" altLang="ja-JP" sz="2400" kern="0" dirty="0" err="1">
                <a:solidFill>
                  <a:srgbClr val="5F5F5F"/>
                </a:solidFill>
              </a:rPr>
              <a:t>ArmController</a:t>
            </a:r>
            <a:r>
              <a:rPr lang="ja-JP" altLang="en-US" sz="2400" kern="0" dirty="0">
                <a:solidFill>
                  <a:srgbClr val="5F5F5F"/>
                </a:solidFill>
              </a:rPr>
              <a:t>で生成</a:t>
            </a:r>
            <a:endParaRPr lang="en-US" altLang="ja-JP" sz="2400" kern="0" dirty="0">
              <a:solidFill>
                <a:srgbClr val="5F5F5F"/>
              </a:solidFill>
            </a:endParaRPr>
          </a:p>
          <a:p>
            <a:pPr lvl="1" eaLnBrk="1" hangingPunct="1">
              <a:lnSpc>
                <a:spcPct val="80000"/>
              </a:lnSpc>
              <a:defRPr/>
            </a:pPr>
            <a:r>
              <a:rPr lang="ja-JP" altLang="en-US" sz="2400" kern="0" dirty="0">
                <a:solidFill>
                  <a:srgbClr val="5F5F5F"/>
                </a:solidFill>
              </a:rPr>
              <a:t>アイテムツリーに</a:t>
            </a:r>
            <a:r>
              <a:rPr lang="en-US" altLang="ja-JP" sz="2400" kern="0" dirty="0" err="1">
                <a:solidFill>
                  <a:srgbClr val="5F5F5F"/>
                </a:solidFill>
              </a:rPr>
              <a:t>ArmController</a:t>
            </a:r>
            <a:r>
              <a:rPr lang="ja-JP" altLang="en-US" sz="2400" kern="0" dirty="0">
                <a:solidFill>
                  <a:srgbClr val="5F5F5F"/>
                </a:solidFill>
              </a:rPr>
              <a:t>が追加される</a:t>
            </a:r>
            <a:endParaRPr lang="en-US" altLang="ja-JP" sz="2400" kern="0" dirty="0">
              <a:solidFill>
                <a:srgbClr val="5F5F5F"/>
              </a:solidFill>
            </a:endParaRPr>
          </a:p>
        </p:txBody>
      </p:sp>
    </p:spTree>
    <p:extLst>
      <p:ext uri="{BB962C8B-B14F-4D97-AF65-F5344CB8AC3E}">
        <p14:creationId xmlns:p14="http://schemas.microsoft.com/office/powerpoint/2010/main" val="709995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C4170C-6C54-BF01-2525-3AABD4ED131A}"/>
              </a:ext>
            </a:extLst>
          </p:cNvPr>
          <p:cNvSpPr>
            <a:spLocks noGrp="1"/>
          </p:cNvSpPr>
          <p:nvPr>
            <p:ph type="title"/>
          </p:nvPr>
        </p:nvSpPr>
        <p:spPr/>
        <p:txBody>
          <a:bodyPr/>
          <a:lstStyle/>
          <a:p>
            <a:r>
              <a:rPr kumimoji="1" lang="en-US" altLang="ja-JP" dirty="0"/>
              <a:t>RTC</a:t>
            </a:r>
            <a:r>
              <a:rPr kumimoji="1" lang="ja-JP" altLang="en-US" dirty="0"/>
              <a:t>アイテムの設定</a:t>
            </a:r>
          </a:p>
        </p:txBody>
      </p:sp>
      <p:sp>
        <p:nvSpPr>
          <p:cNvPr id="3" name="Rectangle 2">
            <a:extLst>
              <a:ext uri="{FF2B5EF4-FFF2-40B4-BE49-F238E27FC236}">
                <a16:creationId xmlns:a16="http://schemas.microsoft.com/office/drawing/2014/main" id="{5C6685B7-D18A-3B63-AC29-D7FC39237B20}"/>
              </a:ext>
            </a:extLst>
          </p:cNvPr>
          <p:cNvSpPr txBox="1">
            <a:spLocks noChangeArrowheads="1"/>
          </p:cNvSpPr>
          <p:nvPr/>
        </p:nvSpPr>
        <p:spPr bwMode="auto">
          <a:xfrm>
            <a:off x="227014" y="1031429"/>
            <a:ext cx="11681173" cy="498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800" kern="0" dirty="0">
                <a:solidFill>
                  <a:srgbClr val="5F5F5F"/>
                </a:solidFill>
              </a:rPr>
              <a:t>RTC</a:t>
            </a:r>
            <a:r>
              <a:rPr lang="ja-JP" altLang="en-US" sz="2800" kern="0" dirty="0">
                <a:solidFill>
                  <a:srgbClr val="5F5F5F"/>
                </a:solidFill>
              </a:rPr>
              <a:t>モジュールのパスを設定する</a:t>
            </a:r>
            <a:endParaRPr lang="en-US" altLang="ja-JP" sz="2800" kern="0" dirty="0">
              <a:solidFill>
                <a:srgbClr val="5F5F5F"/>
              </a:solidFill>
            </a:endParaRPr>
          </a:p>
          <a:p>
            <a:pPr lvl="1" eaLnBrk="1" hangingPunct="1">
              <a:lnSpc>
                <a:spcPct val="80000"/>
              </a:lnSpc>
              <a:defRPr/>
            </a:pPr>
            <a:r>
              <a:rPr lang="ja-JP" altLang="en-US" sz="2400" kern="0" dirty="0">
                <a:solidFill>
                  <a:srgbClr val="5F5F5F"/>
                </a:solidFill>
              </a:rPr>
              <a:t>生成した</a:t>
            </a:r>
            <a:r>
              <a:rPr lang="en-US" altLang="ja-JP" sz="2400" kern="0" dirty="0">
                <a:solidFill>
                  <a:srgbClr val="5F5F5F"/>
                </a:solidFill>
              </a:rPr>
              <a:t>ArmControllerComp.exe</a:t>
            </a:r>
            <a:r>
              <a:rPr lang="ja-JP" altLang="en-US" sz="2400" kern="0" dirty="0">
                <a:solidFill>
                  <a:srgbClr val="5F5F5F"/>
                </a:solidFill>
              </a:rPr>
              <a:t>を指定することにより、</a:t>
            </a:r>
            <a:r>
              <a:rPr lang="en-US" altLang="ja-JP" sz="2400" kern="0" dirty="0">
                <a:solidFill>
                  <a:srgbClr val="5F5F5F"/>
                </a:solidFill>
              </a:rPr>
              <a:t>RTC</a:t>
            </a:r>
            <a:r>
              <a:rPr lang="ja-JP" altLang="en-US" sz="2400" kern="0" dirty="0">
                <a:solidFill>
                  <a:srgbClr val="5F5F5F"/>
                </a:solidFill>
              </a:rPr>
              <a:t>を自動起動する</a:t>
            </a:r>
            <a:endParaRPr lang="en-US" altLang="ja-JP" sz="2400" kern="0" dirty="0">
              <a:solidFill>
                <a:srgbClr val="5F5F5F"/>
              </a:solidFill>
            </a:endParaRPr>
          </a:p>
        </p:txBody>
      </p:sp>
      <p:grpSp>
        <p:nvGrpSpPr>
          <p:cNvPr id="4" name="グループ化 3">
            <a:extLst>
              <a:ext uri="{FF2B5EF4-FFF2-40B4-BE49-F238E27FC236}">
                <a16:creationId xmlns:a16="http://schemas.microsoft.com/office/drawing/2014/main" id="{676CB969-0D82-006F-49F0-FF16721B3566}"/>
              </a:ext>
            </a:extLst>
          </p:cNvPr>
          <p:cNvGrpSpPr/>
          <p:nvPr/>
        </p:nvGrpSpPr>
        <p:grpSpPr>
          <a:xfrm>
            <a:off x="813651" y="2054267"/>
            <a:ext cx="10309462" cy="4617233"/>
            <a:chOff x="813650" y="509180"/>
            <a:chExt cx="10564699" cy="5839640"/>
          </a:xfrm>
        </p:grpSpPr>
        <p:pic>
          <p:nvPicPr>
            <p:cNvPr id="5" name="図 4">
              <a:extLst>
                <a:ext uri="{FF2B5EF4-FFF2-40B4-BE49-F238E27FC236}">
                  <a16:creationId xmlns:a16="http://schemas.microsoft.com/office/drawing/2014/main" id="{D1CFB7F3-5F55-868E-1BB3-B1DD0217888E}"/>
                </a:ext>
              </a:extLst>
            </p:cNvPr>
            <p:cNvPicPr>
              <a:picLocks noChangeAspect="1"/>
            </p:cNvPicPr>
            <p:nvPr/>
          </p:nvPicPr>
          <p:blipFill>
            <a:blip r:embed="rId2"/>
            <a:stretch>
              <a:fillRect/>
            </a:stretch>
          </p:blipFill>
          <p:spPr>
            <a:xfrm>
              <a:off x="813650" y="509180"/>
              <a:ext cx="10564699" cy="5839640"/>
            </a:xfrm>
            <a:prstGeom prst="rect">
              <a:avLst/>
            </a:prstGeom>
          </p:spPr>
        </p:pic>
        <p:sp>
          <p:nvSpPr>
            <p:cNvPr id="6" name="正方形/長方形 5">
              <a:extLst>
                <a:ext uri="{FF2B5EF4-FFF2-40B4-BE49-F238E27FC236}">
                  <a16:creationId xmlns:a16="http://schemas.microsoft.com/office/drawing/2014/main" id="{65A98989-F9DF-9C5B-448C-E26DF88C846B}"/>
                </a:ext>
              </a:extLst>
            </p:cNvPr>
            <p:cNvSpPr/>
            <p:nvPr/>
          </p:nvSpPr>
          <p:spPr bwMode="auto">
            <a:xfrm>
              <a:off x="1312984" y="631257"/>
              <a:ext cx="1559170" cy="247255"/>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8" name="正方形/長方形 7">
              <a:extLst>
                <a:ext uri="{FF2B5EF4-FFF2-40B4-BE49-F238E27FC236}">
                  <a16:creationId xmlns:a16="http://schemas.microsoft.com/office/drawing/2014/main" id="{196E8D99-150F-F3E7-E66D-9933E4F5F1E5}"/>
                </a:ext>
              </a:extLst>
            </p:cNvPr>
            <p:cNvSpPr/>
            <p:nvPr/>
          </p:nvSpPr>
          <p:spPr bwMode="auto">
            <a:xfrm>
              <a:off x="3025268" y="4101288"/>
              <a:ext cx="409594" cy="334404"/>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9" name="正方形/長方形 8">
              <a:extLst>
                <a:ext uri="{FF2B5EF4-FFF2-40B4-BE49-F238E27FC236}">
                  <a16:creationId xmlns:a16="http://schemas.microsoft.com/office/drawing/2014/main" id="{E1C81EB8-207E-3C0B-40FA-7A9252137DB1}"/>
                </a:ext>
              </a:extLst>
            </p:cNvPr>
            <p:cNvSpPr/>
            <p:nvPr/>
          </p:nvSpPr>
          <p:spPr bwMode="auto">
            <a:xfrm>
              <a:off x="5551232" y="1738094"/>
              <a:ext cx="2021875" cy="334404"/>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0" name="正方形/長方形 9">
              <a:extLst>
                <a:ext uri="{FF2B5EF4-FFF2-40B4-BE49-F238E27FC236}">
                  <a16:creationId xmlns:a16="http://schemas.microsoft.com/office/drawing/2014/main" id="{A4587BF3-E18A-349F-592C-F9835FB39E5F}"/>
                </a:ext>
              </a:extLst>
            </p:cNvPr>
            <p:cNvSpPr/>
            <p:nvPr/>
          </p:nvSpPr>
          <p:spPr bwMode="auto">
            <a:xfrm>
              <a:off x="5486400" y="1312985"/>
              <a:ext cx="832338" cy="269630"/>
            </a:xfrm>
            <a:prstGeom prst="rect">
              <a:avLst/>
            </a:prstGeom>
            <a:solidFill>
              <a:schemeClr val="bg1"/>
            </a:solidFill>
            <a:ln w="6350">
              <a:solidFill>
                <a:schemeClr val="bg1"/>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1" name="正方形/長方形 10">
              <a:extLst>
                <a:ext uri="{FF2B5EF4-FFF2-40B4-BE49-F238E27FC236}">
                  <a16:creationId xmlns:a16="http://schemas.microsoft.com/office/drawing/2014/main" id="{5205EF36-E667-FF65-D124-B2BE0819EDFE}"/>
                </a:ext>
              </a:extLst>
            </p:cNvPr>
            <p:cNvSpPr/>
            <p:nvPr/>
          </p:nvSpPr>
          <p:spPr bwMode="auto">
            <a:xfrm>
              <a:off x="4549267" y="5683903"/>
              <a:ext cx="1206763" cy="334404"/>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14" name="吹き出し: 角を丸めた四角形 13">
            <a:extLst>
              <a:ext uri="{FF2B5EF4-FFF2-40B4-BE49-F238E27FC236}">
                <a16:creationId xmlns:a16="http://schemas.microsoft.com/office/drawing/2014/main" id="{4FBD9760-DBE9-A493-DF23-E964EE30D3EF}"/>
              </a:ext>
            </a:extLst>
          </p:cNvPr>
          <p:cNvSpPr/>
          <p:nvPr/>
        </p:nvSpPr>
        <p:spPr bwMode="auto">
          <a:xfrm>
            <a:off x="28577" y="2771023"/>
            <a:ext cx="3634583" cy="1038626"/>
          </a:xfrm>
          <a:prstGeom prst="wedgeRoundRectCallout">
            <a:avLst>
              <a:gd name="adj1" fmla="val 22215"/>
              <a:gd name="adj2" fmla="val 89610"/>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①</a:t>
            </a:r>
            <a:r>
              <a:rPr kumimoji="1" lang="en-US" altLang="ja-JP" sz="1600" b="1" dirty="0" err="1">
                <a:latin typeface="+mn-ea"/>
                <a:cs typeface="メイリオ" pitchFamily="50" charset="-128"/>
              </a:rPr>
              <a:t>ArmController</a:t>
            </a:r>
            <a:r>
              <a:rPr kumimoji="1" lang="ja-JP" altLang="en-US" sz="1600" b="1" dirty="0">
                <a:latin typeface="+mn-ea"/>
                <a:cs typeface="メイリオ" pitchFamily="50" charset="-128"/>
              </a:rPr>
              <a:t>アイテムを選択した状態で、プロパティの「</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モジュール」のパスを設定する</a:t>
            </a:r>
            <a:endParaRPr kumimoji="1" lang="en-US" altLang="ja-JP" sz="1600" b="1" dirty="0">
              <a:latin typeface="+mn-ea"/>
              <a:cs typeface="メイリオ" pitchFamily="50" charset="-128"/>
            </a:endParaRPr>
          </a:p>
        </p:txBody>
      </p:sp>
      <p:sp>
        <p:nvSpPr>
          <p:cNvPr id="15" name="吹き出し: 角を丸めた四角形 14">
            <a:extLst>
              <a:ext uri="{FF2B5EF4-FFF2-40B4-BE49-F238E27FC236}">
                <a16:creationId xmlns:a16="http://schemas.microsoft.com/office/drawing/2014/main" id="{FD6A01BA-B751-4E3C-0EA4-A339941FA031}"/>
              </a:ext>
            </a:extLst>
          </p:cNvPr>
          <p:cNvSpPr/>
          <p:nvPr/>
        </p:nvSpPr>
        <p:spPr bwMode="auto">
          <a:xfrm>
            <a:off x="7803715" y="3158134"/>
            <a:ext cx="3906035" cy="1038626"/>
          </a:xfrm>
          <a:prstGeom prst="wedgeRoundRectCallout">
            <a:avLst>
              <a:gd name="adj1" fmla="val -41887"/>
              <a:gd name="adj2" fmla="val 87198"/>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②</a:t>
            </a:r>
            <a:r>
              <a:rPr kumimoji="1" lang="en-US" altLang="ja-JP" sz="1600" b="1" dirty="0">
                <a:latin typeface="+mn-ea"/>
                <a:cs typeface="メイリオ" pitchFamily="50" charset="-128"/>
              </a:rPr>
              <a:t>File of type</a:t>
            </a:r>
            <a:r>
              <a:rPr kumimoji="1" lang="ja-JP" altLang="en-US" sz="1600" b="1" dirty="0">
                <a:latin typeface="+mn-ea"/>
                <a:cs typeface="メイリオ" pitchFamily="50" charset="-128"/>
              </a:rPr>
              <a:t>を「全てのファイル</a:t>
            </a:r>
            <a:r>
              <a:rPr kumimoji="1" lang="en-US" altLang="ja-JP" sz="1600" b="1" dirty="0">
                <a:latin typeface="+mn-ea"/>
                <a:cs typeface="メイリオ" pitchFamily="50" charset="-128"/>
              </a:rPr>
              <a:t>(*)</a:t>
            </a:r>
            <a:r>
              <a:rPr kumimoji="1" lang="ja-JP" altLang="en-US" sz="1600" b="1" dirty="0">
                <a:latin typeface="+mn-ea"/>
                <a:cs typeface="メイリオ" pitchFamily="50" charset="-128"/>
              </a:rPr>
              <a:t>」に変更後、「</a:t>
            </a:r>
            <a:r>
              <a:rPr kumimoji="1" lang="en-US" altLang="ja-JP" sz="1600" b="1" dirty="0">
                <a:latin typeface="+mn-ea"/>
                <a:cs typeface="メイリオ" pitchFamily="50" charset="-128"/>
              </a:rPr>
              <a:t>ArmControllerComp.exe</a:t>
            </a:r>
            <a:r>
              <a:rPr kumimoji="1" lang="ja-JP" altLang="en-US" sz="1600" b="1" dirty="0">
                <a:latin typeface="+mn-ea"/>
                <a:cs typeface="メイリオ" pitchFamily="50" charset="-128"/>
              </a:rPr>
              <a:t>」を選択する</a:t>
            </a:r>
            <a:endParaRPr kumimoji="1" lang="en-US" altLang="ja-JP" sz="1600" b="1" dirty="0">
              <a:latin typeface="+mn-ea"/>
              <a:cs typeface="メイリオ" pitchFamily="50" charset="-128"/>
            </a:endParaRPr>
          </a:p>
        </p:txBody>
      </p:sp>
    </p:spTree>
    <p:extLst>
      <p:ext uri="{BB962C8B-B14F-4D97-AF65-F5344CB8AC3E}">
        <p14:creationId xmlns:p14="http://schemas.microsoft.com/office/powerpoint/2010/main" val="2444200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6491AC-8EF3-B05A-1A2E-A92740EF5665}"/>
              </a:ext>
            </a:extLst>
          </p:cNvPr>
          <p:cNvSpPr>
            <a:spLocks noGrp="1"/>
          </p:cNvSpPr>
          <p:nvPr>
            <p:ph type="title"/>
          </p:nvPr>
        </p:nvSpPr>
        <p:spPr/>
        <p:txBody>
          <a:bodyPr/>
          <a:lstStyle/>
          <a:p>
            <a:r>
              <a:rPr kumimoji="1" lang="en-US" altLang="ja-JP" dirty="0"/>
              <a:t>RT</a:t>
            </a:r>
            <a:r>
              <a:rPr kumimoji="1" lang="ja-JP" altLang="en-US" dirty="0"/>
              <a:t>システム構築</a:t>
            </a:r>
          </a:p>
        </p:txBody>
      </p:sp>
      <p:pic>
        <p:nvPicPr>
          <p:cNvPr id="3" name="図 2">
            <a:extLst>
              <a:ext uri="{FF2B5EF4-FFF2-40B4-BE49-F238E27FC236}">
                <a16:creationId xmlns:a16="http://schemas.microsoft.com/office/drawing/2014/main" id="{E9C33F28-F4B5-6E4F-56E5-0D6B54557188}"/>
              </a:ext>
            </a:extLst>
          </p:cNvPr>
          <p:cNvPicPr>
            <a:picLocks noChangeAspect="1"/>
          </p:cNvPicPr>
          <p:nvPr/>
        </p:nvPicPr>
        <p:blipFill>
          <a:blip r:embed="rId2"/>
          <a:stretch>
            <a:fillRect/>
          </a:stretch>
        </p:blipFill>
        <p:spPr>
          <a:xfrm>
            <a:off x="994909" y="789947"/>
            <a:ext cx="10277337" cy="6004128"/>
          </a:xfrm>
          <a:prstGeom prst="rect">
            <a:avLst/>
          </a:prstGeom>
        </p:spPr>
      </p:pic>
      <p:sp>
        <p:nvSpPr>
          <p:cNvPr id="4" name="正方形/長方形 3">
            <a:extLst>
              <a:ext uri="{FF2B5EF4-FFF2-40B4-BE49-F238E27FC236}">
                <a16:creationId xmlns:a16="http://schemas.microsoft.com/office/drawing/2014/main" id="{CB63ADB2-EB1A-676B-5091-A01353CC4C6C}"/>
              </a:ext>
            </a:extLst>
          </p:cNvPr>
          <p:cNvSpPr/>
          <p:nvPr/>
        </p:nvSpPr>
        <p:spPr bwMode="auto">
          <a:xfrm>
            <a:off x="1887682" y="4188166"/>
            <a:ext cx="600019" cy="23625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5" name="正方形/長方形 4">
            <a:extLst>
              <a:ext uri="{FF2B5EF4-FFF2-40B4-BE49-F238E27FC236}">
                <a16:creationId xmlns:a16="http://schemas.microsoft.com/office/drawing/2014/main" id="{AB3943AB-836D-1DD1-256F-5319856BDC9A}"/>
              </a:ext>
            </a:extLst>
          </p:cNvPr>
          <p:cNvSpPr/>
          <p:nvPr/>
        </p:nvSpPr>
        <p:spPr bwMode="auto">
          <a:xfrm>
            <a:off x="1688390" y="4400971"/>
            <a:ext cx="600019" cy="23625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8" name="フリーフォーム: 図形 7">
            <a:extLst>
              <a:ext uri="{FF2B5EF4-FFF2-40B4-BE49-F238E27FC236}">
                <a16:creationId xmlns:a16="http://schemas.microsoft.com/office/drawing/2014/main" id="{276E6749-F312-5F6D-C09D-EC7BEF355C6A}"/>
              </a:ext>
            </a:extLst>
          </p:cNvPr>
          <p:cNvSpPr/>
          <p:nvPr/>
        </p:nvSpPr>
        <p:spPr bwMode="auto">
          <a:xfrm>
            <a:off x="2300132" y="1707648"/>
            <a:ext cx="6283569" cy="3431877"/>
          </a:xfrm>
          <a:custGeom>
            <a:avLst/>
            <a:gdLst>
              <a:gd name="csX0" fmla="*/ 0 w 6283569"/>
              <a:gd name="csY0" fmla="*/ 3431877 h 3431877"/>
              <a:gd name="csX1" fmla="*/ 3622431 w 6283569"/>
              <a:gd name="csY1" fmla="*/ 231477 h 3431877"/>
              <a:gd name="csX2" fmla="*/ 6283569 w 6283569"/>
              <a:gd name="csY2" fmla="*/ 501108 h 3431877"/>
            </a:gdLst>
            <a:ahLst/>
            <a:cxnLst>
              <a:cxn ang="0">
                <a:pos x="csX0" y="csY0"/>
              </a:cxn>
              <a:cxn ang="0">
                <a:pos x="csX1" y="csY1"/>
              </a:cxn>
              <a:cxn ang="0">
                <a:pos x="csX2" y="csY2"/>
              </a:cxn>
            </a:cxnLst>
            <a:rect l="l" t="t" r="r" b="b"/>
            <a:pathLst>
              <a:path w="6283569" h="3431877">
                <a:moveTo>
                  <a:pt x="0" y="3431877"/>
                </a:moveTo>
                <a:cubicBezTo>
                  <a:pt x="1287584" y="2075908"/>
                  <a:pt x="2575169" y="719939"/>
                  <a:pt x="3622431" y="231477"/>
                </a:cubicBezTo>
                <a:cubicBezTo>
                  <a:pt x="4669693" y="-256985"/>
                  <a:pt x="5476631" y="122061"/>
                  <a:pt x="6283569" y="501108"/>
                </a:cubicBezTo>
              </a:path>
            </a:pathLst>
          </a:custGeom>
          <a:noFill/>
          <a:ln w="38100">
            <a:solidFill>
              <a:srgbClr val="00B050"/>
            </a:solidFill>
            <a:headEnd type="none" w="med" len="med"/>
            <a:tailEnd type="arrow" w="med" len="med"/>
          </a:ln>
        </p:spPr>
        <p:txBody>
          <a:bodyPr rtlCol="0" anchor="ctr"/>
          <a:lstStyle/>
          <a:p>
            <a:pPr algn="ctr"/>
            <a:endParaRPr kumimoji="1" lang="ja-JP" altLang="en-US"/>
          </a:p>
        </p:txBody>
      </p:sp>
      <p:sp>
        <p:nvSpPr>
          <p:cNvPr id="9" name="フリーフォーム: 図形 8">
            <a:extLst>
              <a:ext uri="{FF2B5EF4-FFF2-40B4-BE49-F238E27FC236}">
                <a16:creationId xmlns:a16="http://schemas.microsoft.com/office/drawing/2014/main" id="{DD6D39EA-C2AE-00BB-F3C9-A1E17BAC56E1}"/>
              </a:ext>
            </a:extLst>
          </p:cNvPr>
          <p:cNvSpPr/>
          <p:nvPr/>
        </p:nvSpPr>
        <p:spPr bwMode="auto">
          <a:xfrm>
            <a:off x="2335301" y="2853525"/>
            <a:ext cx="7420708" cy="3460352"/>
          </a:xfrm>
          <a:custGeom>
            <a:avLst/>
            <a:gdLst>
              <a:gd name="csX0" fmla="*/ 0 w 7420708"/>
              <a:gd name="csY0" fmla="*/ 2672862 h 3460352"/>
              <a:gd name="csX1" fmla="*/ 3305908 w 7420708"/>
              <a:gd name="csY1" fmla="*/ 3294185 h 3460352"/>
              <a:gd name="csX2" fmla="*/ 7420708 w 7420708"/>
              <a:gd name="csY2" fmla="*/ 0 h 3460352"/>
            </a:gdLst>
            <a:ahLst/>
            <a:cxnLst>
              <a:cxn ang="0">
                <a:pos x="csX0" y="csY0"/>
              </a:cxn>
              <a:cxn ang="0">
                <a:pos x="csX1" y="csY1"/>
              </a:cxn>
              <a:cxn ang="0">
                <a:pos x="csX2" y="csY2"/>
              </a:cxn>
            </a:cxnLst>
            <a:rect l="l" t="t" r="r" b="b"/>
            <a:pathLst>
              <a:path w="7420708" h="3460352">
                <a:moveTo>
                  <a:pt x="0" y="2672862"/>
                </a:moveTo>
                <a:cubicBezTo>
                  <a:pt x="1034561" y="3206262"/>
                  <a:pt x="2069123" y="3739662"/>
                  <a:pt x="3305908" y="3294185"/>
                </a:cubicBezTo>
                <a:cubicBezTo>
                  <a:pt x="4542693" y="2848708"/>
                  <a:pt x="5981700" y="1424354"/>
                  <a:pt x="7420708" y="0"/>
                </a:cubicBezTo>
              </a:path>
            </a:pathLst>
          </a:custGeom>
          <a:noFill/>
          <a:ln w="38100">
            <a:solidFill>
              <a:srgbClr val="00B050"/>
            </a:solidFill>
            <a:headEnd type="none" w="med" len="med"/>
            <a:tailEnd type="arrow" w="med" len="med"/>
          </a:ln>
        </p:spPr>
        <p:txBody>
          <a:bodyPr rtlCol="0" anchor="ctr"/>
          <a:lstStyle/>
          <a:p>
            <a:pPr algn="ctr"/>
            <a:endParaRPr kumimoji="1" lang="ja-JP" altLang="en-US"/>
          </a:p>
        </p:txBody>
      </p:sp>
      <p:sp>
        <p:nvSpPr>
          <p:cNvPr id="10" name="吹き出し: 角を丸めた四角形 9">
            <a:extLst>
              <a:ext uri="{FF2B5EF4-FFF2-40B4-BE49-F238E27FC236}">
                <a16:creationId xmlns:a16="http://schemas.microsoft.com/office/drawing/2014/main" id="{E6D67326-6EBC-770D-92F5-E93C01D7C823}"/>
              </a:ext>
            </a:extLst>
          </p:cNvPr>
          <p:cNvSpPr/>
          <p:nvPr/>
        </p:nvSpPr>
        <p:spPr bwMode="auto">
          <a:xfrm>
            <a:off x="171107" y="2533616"/>
            <a:ext cx="3634583" cy="1038626"/>
          </a:xfrm>
          <a:prstGeom prst="wedgeRoundRectCallout">
            <a:avLst>
              <a:gd name="adj1" fmla="val 22215"/>
              <a:gd name="adj2" fmla="val 89610"/>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③</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リストのタブを選択して、「更新」ボタンを押すとネームサーバーに登録された</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が表示される</a:t>
            </a:r>
            <a:endParaRPr kumimoji="1" lang="en-US" altLang="ja-JP" sz="1600" b="1" dirty="0">
              <a:latin typeface="+mn-ea"/>
              <a:cs typeface="メイリオ" pitchFamily="50" charset="-128"/>
            </a:endParaRPr>
          </a:p>
        </p:txBody>
      </p:sp>
      <p:sp>
        <p:nvSpPr>
          <p:cNvPr id="11" name="吹き出し: 角を丸めた四角形 10">
            <a:extLst>
              <a:ext uri="{FF2B5EF4-FFF2-40B4-BE49-F238E27FC236}">
                <a16:creationId xmlns:a16="http://schemas.microsoft.com/office/drawing/2014/main" id="{4B1D82E7-08EC-1BDB-94F9-2A38EE406355}"/>
              </a:ext>
            </a:extLst>
          </p:cNvPr>
          <p:cNvSpPr/>
          <p:nvPr/>
        </p:nvSpPr>
        <p:spPr bwMode="auto">
          <a:xfrm>
            <a:off x="4781892" y="2904273"/>
            <a:ext cx="3634583" cy="1038626"/>
          </a:xfrm>
          <a:prstGeom prst="wedgeRoundRectCallout">
            <a:avLst>
              <a:gd name="adj1" fmla="val 57712"/>
              <a:gd name="adj2" fmla="val -51494"/>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④</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リストの「</a:t>
            </a:r>
            <a:r>
              <a:rPr kumimoji="1" lang="en-US" altLang="ja-JP" sz="1600" b="1" dirty="0">
                <a:latin typeface="+mn-ea"/>
                <a:cs typeface="メイリオ" pitchFamily="50" charset="-128"/>
              </a:rPr>
              <a:t>ArmController0</a:t>
            </a:r>
            <a:r>
              <a:rPr kumimoji="1" lang="ja-JP" altLang="en-US" sz="1600" b="1" dirty="0">
                <a:latin typeface="+mn-ea"/>
                <a:cs typeface="メイリオ" pitchFamily="50" charset="-128"/>
              </a:rPr>
              <a:t>」と「</a:t>
            </a:r>
            <a:r>
              <a:rPr kumimoji="1" lang="en-US" altLang="ja-JP" sz="1600" b="1" dirty="0">
                <a:latin typeface="+mn-ea"/>
                <a:cs typeface="メイリオ" pitchFamily="50" charset="-128"/>
              </a:rPr>
              <a:t>myCobot280Io0</a:t>
            </a:r>
            <a:r>
              <a:rPr kumimoji="1" lang="ja-JP" altLang="en-US" sz="1600" b="1" dirty="0">
                <a:latin typeface="+mn-ea"/>
                <a:cs typeface="メイリオ" pitchFamily="50" charset="-128"/>
              </a:rPr>
              <a:t>」を</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ダイアグラムにドラッグアンドドロップする</a:t>
            </a:r>
            <a:endParaRPr kumimoji="1" lang="en-US" altLang="ja-JP" sz="1600" b="1" dirty="0">
              <a:latin typeface="+mn-ea"/>
              <a:cs typeface="メイリオ" pitchFamily="50" charset="-128"/>
            </a:endParaRPr>
          </a:p>
        </p:txBody>
      </p:sp>
    </p:spTree>
    <p:extLst>
      <p:ext uri="{BB962C8B-B14F-4D97-AF65-F5344CB8AC3E}">
        <p14:creationId xmlns:p14="http://schemas.microsoft.com/office/powerpoint/2010/main" val="3316236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B74A87-5ABE-E98B-BBEB-924317642E8C}"/>
              </a:ext>
            </a:extLst>
          </p:cNvPr>
          <p:cNvSpPr>
            <a:spLocks noGrp="1"/>
          </p:cNvSpPr>
          <p:nvPr>
            <p:ph type="title"/>
          </p:nvPr>
        </p:nvSpPr>
        <p:spPr/>
        <p:txBody>
          <a:bodyPr/>
          <a:lstStyle/>
          <a:p>
            <a:r>
              <a:rPr kumimoji="1" lang="en-US" altLang="ja-JP" dirty="0"/>
              <a:t>RT</a:t>
            </a:r>
            <a:r>
              <a:rPr kumimoji="1" lang="ja-JP" altLang="en-US" dirty="0"/>
              <a:t>システム構築・シミュレーション開始</a:t>
            </a:r>
          </a:p>
        </p:txBody>
      </p:sp>
      <p:pic>
        <p:nvPicPr>
          <p:cNvPr id="1026" name="Picture 2">
            <a:extLst>
              <a:ext uri="{FF2B5EF4-FFF2-40B4-BE49-F238E27FC236}">
                <a16:creationId xmlns:a16="http://schemas.microsoft.com/office/drawing/2014/main" id="{C690B9FA-A815-EA92-0151-903F63CE0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191" y="2664065"/>
            <a:ext cx="4629150" cy="2181225"/>
          </a:xfrm>
          <a:prstGeom prst="rect">
            <a:avLst/>
          </a:prstGeom>
          <a:noFill/>
          <a:extLst>
            <a:ext uri="{909E8E84-426E-40DD-AFC4-6F175D3DCCD1}">
              <a14:hiddenFill xmlns:a14="http://schemas.microsoft.com/office/drawing/2010/main">
                <a:solidFill>
                  <a:srgbClr val="FFFFFF"/>
                </a:solidFill>
              </a14:hiddenFill>
            </a:ext>
          </a:extLst>
        </p:spPr>
      </p:pic>
      <p:sp>
        <p:nvSpPr>
          <p:cNvPr id="3" name="吹き出し: 角を丸めた四角形 2">
            <a:extLst>
              <a:ext uri="{FF2B5EF4-FFF2-40B4-BE49-F238E27FC236}">
                <a16:creationId xmlns:a16="http://schemas.microsoft.com/office/drawing/2014/main" id="{F3158F1B-C546-1F7B-283B-D23C3960A6AB}"/>
              </a:ext>
            </a:extLst>
          </p:cNvPr>
          <p:cNvSpPr/>
          <p:nvPr/>
        </p:nvSpPr>
        <p:spPr bwMode="auto">
          <a:xfrm>
            <a:off x="299191" y="1406274"/>
            <a:ext cx="3145467" cy="1038626"/>
          </a:xfrm>
          <a:prstGeom prst="wedgeRoundRectCallout">
            <a:avLst>
              <a:gd name="adj1" fmla="val 22215"/>
              <a:gd name="adj2" fmla="val 89610"/>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⑤</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ダイアグラム上で</a:t>
            </a:r>
            <a:r>
              <a:rPr kumimoji="1" lang="en-US" altLang="ja-JP" sz="1600" b="1" dirty="0">
                <a:latin typeface="+mn-ea"/>
                <a:cs typeface="メイリオ" pitchFamily="50" charset="-128"/>
              </a:rPr>
              <a:t>2</a:t>
            </a:r>
            <a:r>
              <a:rPr kumimoji="1" lang="ja-JP" altLang="en-US" sz="1600" b="1" dirty="0">
                <a:latin typeface="+mn-ea"/>
                <a:cs typeface="メイリオ" pitchFamily="50" charset="-128"/>
              </a:rPr>
              <a:t>つの</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の</a:t>
            </a:r>
            <a:r>
              <a:rPr kumimoji="1" lang="en-US" altLang="ja-JP" sz="1600" b="1" dirty="0">
                <a:latin typeface="+mn-ea"/>
                <a:cs typeface="メイリオ" pitchFamily="50" charset="-128"/>
              </a:rPr>
              <a:t>middle</a:t>
            </a:r>
            <a:r>
              <a:rPr kumimoji="1" lang="ja-JP" altLang="en-US" sz="1600" b="1" dirty="0">
                <a:latin typeface="+mn-ea"/>
                <a:cs typeface="メイリオ" pitchFamily="50" charset="-128"/>
              </a:rPr>
              <a:t>ポート同士と</a:t>
            </a:r>
            <a:r>
              <a:rPr kumimoji="1" lang="en-US" altLang="ja-JP" sz="1600" b="1" dirty="0">
                <a:latin typeface="+mn-ea"/>
                <a:cs typeface="メイリオ" pitchFamily="50" charset="-128"/>
              </a:rPr>
              <a:t>commo</a:t>
            </a:r>
            <a:r>
              <a:rPr kumimoji="1" lang="ja-JP" altLang="en-US" sz="1600" b="1" dirty="0">
                <a:latin typeface="+mn-ea"/>
                <a:cs typeface="メイリオ" pitchFamily="50" charset="-128"/>
              </a:rPr>
              <a:t>ポート同士を接続する</a:t>
            </a:r>
            <a:endParaRPr kumimoji="1" lang="en-US" altLang="ja-JP" sz="1600" b="1" dirty="0">
              <a:latin typeface="+mn-ea"/>
              <a:cs typeface="メイリオ" pitchFamily="50" charset="-128"/>
            </a:endParaRPr>
          </a:p>
        </p:txBody>
      </p:sp>
      <p:pic>
        <p:nvPicPr>
          <p:cNvPr id="5" name="図 4">
            <a:extLst>
              <a:ext uri="{FF2B5EF4-FFF2-40B4-BE49-F238E27FC236}">
                <a16:creationId xmlns:a16="http://schemas.microsoft.com/office/drawing/2014/main" id="{278B5E60-419B-31FC-5285-3E8081F98ADD}"/>
              </a:ext>
            </a:extLst>
          </p:cNvPr>
          <p:cNvPicPr>
            <a:picLocks noChangeAspect="1"/>
          </p:cNvPicPr>
          <p:nvPr/>
        </p:nvPicPr>
        <p:blipFill>
          <a:blip r:embed="rId3"/>
          <a:stretch>
            <a:fillRect/>
          </a:stretch>
        </p:blipFill>
        <p:spPr>
          <a:xfrm>
            <a:off x="5466879" y="2444900"/>
            <a:ext cx="6560929" cy="3832964"/>
          </a:xfrm>
          <a:prstGeom prst="rect">
            <a:avLst/>
          </a:prstGeom>
        </p:spPr>
      </p:pic>
      <p:sp>
        <p:nvSpPr>
          <p:cNvPr id="8" name="正方形/長方形 7">
            <a:extLst>
              <a:ext uri="{FF2B5EF4-FFF2-40B4-BE49-F238E27FC236}">
                <a16:creationId xmlns:a16="http://schemas.microsoft.com/office/drawing/2014/main" id="{5666BDEE-85D3-874E-0FF3-DF06D66827D1}"/>
              </a:ext>
            </a:extLst>
          </p:cNvPr>
          <p:cNvSpPr/>
          <p:nvPr/>
        </p:nvSpPr>
        <p:spPr bwMode="auto">
          <a:xfrm>
            <a:off x="6350544" y="2664065"/>
            <a:ext cx="300778" cy="254499"/>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9" name="吹き出し: 角を丸めた四角形 8">
            <a:extLst>
              <a:ext uri="{FF2B5EF4-FFF2-40B4-BE49-F238E27FC236}">
                <a16:creationId xmlns:a16="http://schemas.microsoft.com/office/drawing/2014/main" id="{A39C60DF-E7CF-4BF2-5425-D0282E50E7D8}"/>
              </a:ext>
            </a:extLst>
          </p:cNvPr>
          <p:cNvSpPr/>
          <p:nvPr/>
        </p:nvSpPr>
        <p:spPr bwMode="auto">
          <a:xfrm>
            <a:off x="5775152" y="1090635"/>
            <a:ext cx="4521243" cy="1038626"/>
          </a:xfrm>
          <a:prstGeom prst="wedgeRoundRectCallout">
            <a:avLst>
              <a:gd name="adj1" fmla="val -27961"/>
              <a:gd name="adj2" fmla="val 90816"/>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buFont typeface="Times New Roman" pitchFamily="18" charset="0"/>
              <a:buNone/>
            </a:pPr>
            <a:r>
              <a:rPr kumimoji="1" lang="ja-JP" altLang="en-US" sz="1600" b="1" dirty="0">
                <a:latin typeface="+mn-ea"/>
                <a:cs typeface="メイリオ" pitchFamily="50" charset="-128"/>
              </a:rPr>
              <a:t>⑥以下のボタンでシミュレーションを開始する</a:t>
            </a:r>
            <a:endParaRPr kumimoji="1" lang="en-US" altLang="ja-JP" sz="1600" b="1" dirty="0">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1600" b="1" dirty="0">
              <a:latin typeface="+mn-ea"/>
              <a:cs typeface="メイリオ" pitchFamily="50" charset="-128"/>
            </a:endParaRPr>
          </a:p>
          <a:p>
            <a:pPr algn="ctr" eaLnBrk="1" hangingPunct="1">
              <a:buClr>
                <a:srgbClr val="000000"/>
              </a:buClr>
              <a:buSzPct val="100000"/>
              <a:buFont typeface="Times New Roman" pitchFamily="18" charset="0"/>
              <a:buNone/>
            </a:pPr>
            <a:endParaRPr kumimoji="1" lang="en-US" altLang="ja-JP" sz="1600" b="1" dirty="0">
              <a:latin typeface="+mn-ea"/>
              <a:cs typeface="メイリオ" pitchFamily="50" charset="-128"/>
            </a:endParaRPr>
          </a:p>
        </p:txBody>
      </p:sp>
      <p:pic>
        <p:nvPicPr>
          <p:cNvPr id="11" name="図 10">
            <a:extLst>
              <a:ext uri="{FF2B5EF4-FFF2-40B4-BE49-F238E27FC236}">
                <a16:creationId xmlns:a16="http://schemas.microsoft.com/office/drawing/2014/main" id="{3457D7EE-5BB8-47FC-1642-3DA8928485E2}"/>
              </a:ext>
            </a:extLst>
          </p:cNvPr>
          <p:cNvPicPr>
            <a:picLocks noChangeAspect="1"/>
          </p:cNvPicPr>
          <p:nvPr/>
        </p:nvPicPr>
        <p:blipFill>
          <a:blip r:embed="rId4"/>
          <a:stretch>
            <a:fillRect/>
          </a:stretch>
        </p:blipFill>
        <p:spPr>
          <a:xfrm>
            <a:off x="7706331" y="1530564"/>
            <a:ext cx="533623" cy="573645"/>
          </a:xfrm>
          <a:prstGeom prst="rect">
            <a:avLst/>
          </a:prstGeom>
        </p:spPr>
      </p:pic>
    </p:spTree>
    <p:extLst>
      <p:ext uri="{BB962C8B-B14F-4D97-AF65-F5344CB8AC3E}">
        <p14:creationId xmlns:p14="http://schemas.microsoft.com/office/powerpoint/2010/main" val="1293156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1ABEF-ED1B-8C95-5929-91F7DF7B28E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CF1AA5-A2FD-3A17-4276-18D4F4900F51}"/>
              </a:ext>
            </a:extLst>
          </p:cNvPr>
          <p:cNvSpPr>
            <a:spLocks noGrp="1"/>
          </p:cNvSpPr>
          <p:nvPr>
            <p:ph type="title"/>
          </p:nvPr>
        </p:nvSpPr>
        <p:spPr/>
        <p:txBody>
          <a:bodyPr/>
          <a:lstStyle/>
          <a:p>
            <a:r>
              <a:rPr kumimoji="1" lang="ja-JP" altLang="en-US" dirty="0"/>
              <a:t>コンフィギュレーションパラメータの操作</a:t>
            </a:r>
          </a:p>
        </p:txBody>
      </p:sp>
      <p:grpSp>
        <p:nvGrpSpPr>
          <p:cNvPr id="4" name="グループ化 3">
            <a:extLst>
              <a:ext uri="{FF2B5EF4-FFF2-40B4-BE49-F238E27FC236}">
                <a16:creationId xmlns:a16="http://schemas.microsoft.com/office/drawing/2014/main" id="{AF9C21E8-8C96-BF1D-156B-28ACE7B0699E}"/>
              </a:ext>
            </a:extLst>
          </p:cNvPr>
          <p:cNvGrpSpPr/>
          <p:nvPr/>
        </p:nvGrpSpPr>
        <p:grpSpPr>
          <a:xfrm>
            <a:off x="1036020" y="889348"/>
            <a:ext cx="10119959" cy="5968651"/>
            <a:chOff x="226540" y="0"/>
            <a:chExt cx="11738919" cy="6858000"/>
          </a:xfrm>
        </p:grpSpPr>
        <p:pic>
          <p:nvPicPr>
            <p:cNvPr id="6" name="図 5">
              <a:extLst>
                <a:ext uri="{FF2B5EF4-FFF2-40B4-BE49-F238E27FC236}">
                  <a16:creationId xmlns:a16="http://schemas.microsoft.com/office/drawing/2014/main" id="{BA51193D-79CB-3CA8-7BFD-567E6C05D96E}"/>
                </a:ext>
              </a:extLst>
            </p:cNvPr>
            <p:cNvPicPr>
              <a:picLocks noChangeAspect="1"/>
            </p:cNvPicPr>
            <p:nvPr/>
          </p:nvPicPr>
          <p:blipFill>
            <a:blip r:embed="rId2"/>
            <a:stretch>
              <a:fillRect/>
            </a:stretch>
          </p:blipFill>
          <p:spPr>
            <a:xfrm>
              <a:off x="226540" y="0"/>
              <a:ext cx="11738919" cy="6858000"/>
            </a:xfrm>
            <a:prstGeom prst="rect">
              <a:avLst/>
            </a:prstGeom>
          </p:spPr>
        </p:pic>
        <p:sp>
          <p:nvSpPr>
            <p:cNvPr id="7" name="正方形/長方形 6">
              <a:extLst>
                <a:ext uri="{FF2B5EF4-FFF2-40B4-BE49-F238E27FC236}">
                  <a16:creationId xmlns:a16="http://schemas.microsoft.com/office/drawing/2014/main" id="{41421DB7-D835-578C-024C-6311547A33A9}"/>
                </a:ext>
              </a:extLst>
            </p:cNvPr>
            <p:cNvSpPr/>
            <p:nvPr/>
          </p:nvSpPr>
          <p:spPr bwMode="auto">
            <a:xfrm>
              <a:off x="982596" y="4921902"/>
              <a:ext cx="1057219" cy="247975"/>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2" name="正方形/長方形 11">
              <a:extLst>
                <a:ext uri="{FF2B5EF4-FFF2-40B4-BE49-F238E27FC236}">
                  <a16:creationId xmlns:a16="http://schemas.microsoft.com/office/drawing/2014/main" id="{28B85544-706B-28FC-9AD1-A21881C5BF72}"/>
                </a:ext>
              </a:extLst>
            </p:cNvPr>
            <p:cNvSpPr/>
            <p:nvPr/>
          </p:nvSpPr>
          <p:spPr bwMode="auto">
            <a:xfrm>
              <a:off x="5929735" y="5252684"/>
              <a:ext cx="1057219" cy="948824"/>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4" name="正方形/長方形 13">
              <a:extLst>
                <a:ext uri="{FF2B5EF4-FFF2-40B4-BE49-F238E27FC236}">
                  <a16:creationId xmlns:a16="http://schemas.microsoft.com/office/drawing/2014/main" id="{6EC13E4C-575A-2C0C-10C7-6D664B065E81}"/>
                </a:ext>
              </a:extLst>
            </p:cNvPr>
            <p:cNvSpPr/>
            <p:nvPr/>
          </p:nvSpPr>
          <p:spPr bwMode="auto">
            <a:xfrm>
              <a:off x="7125489" y="4871257"/>
              <a:ext cx="775865" cy="298620"/>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16" name="吹き出し: 角を丸めた四角形 15">
            <a:extLst>
              <a:ext uri="{FF2B5EF4-FFF2-40B4-BE49-F238E27FC236}">
                <a16:creationId xmlns:a16="http://schemas.microsoft.com/office/drawing/2014/main" id="{15CE1624-5F14-33BE-6B28-CC4CADDDE783}"/>
              </a:ext>
            </a:extLst>
          </p:cNvPr>
          <p:cNvSpPr/>
          <p:nvPr/>
        </p:nvSpPr>
        <p:spPr bwMode="auto">
          <a:xfrm>
            <a:off x="227014" y="3429000"/>
            <a:ext cx="4633085" cy="572031"/>
          </a:xfrm>
          <a:prstGeom prst="wedgeRoundRectCallout">
            <a:avLst>
              <a:gd name="adj1" fmla="val -15578"/>
              <a:gd name="adj2" fmla="val 140513"/>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⑦</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リストから「</a:t>
            </a:r>
            <a:r>
              <a:rPr kumimoji="1" lang="en-US" altLang="ja-JP" sz="1600" b="1" dirty="0">
                <a:latin typeface="+mn-ea"/>
                <a:cs typeface="メイリオ" pitchFamily="50" charset="-128"/>
              </a:rPr>
              <a:t>ArmController0</a:t>
            </a:r>
            <a:r>
              <a:rPr kumimoji="1" lang="ja-JP" altLang="en-US" sz="1600" b="1" dirty="0">
                <a:latin typeface="+mn-ea"/>
                <a:cs typeface="メイリオ" pitchFamily="50" charset="-128"/>
              </a:rPr>
              <a:t>」を選択する</a:t>
            </a:r>
            <a:endParaRPr kumimoji="1" lang="en-US" altLang="ja-JP" sz="1600" b="1" dirty="0">
              <a:latin typeface="+mn-ea"/>
              <a:cs typeface="メイリオ" pitchFamily="50" charset="-128"/>
            </a:endParaRPr>
          </a:p>
        </p:txBody>
      </p:sp>
      <p:sp>
        <p:nvSpPr>
          <p:cNvPr id="17" name="吹き出し: 角を丸めた四角形 16">
            <a:extLst>
              <a:ext uri="{FF2B5EF4-FFF2-40B4-BE49-F238E27FC236}">
                <a16:creationId xmlns:a16="http://schemas.microsoft.com/office/drawing/2014/main" id="{AFF4A609-FBA2-D44B-4F87-0D1792E947A6}"/>
              </a:ext>
            </a:extLst>
          </p:cNvPr>
          <p:cNvSpPr/>
          <p:nvPr/>
        </p:nvSpPr>
        <p:spPr bwMode="auto">
          <a:xfrm>
            <a:off x="5176883" y="3659693"/>
            <a:ext cx="4633085" cy="1016432"/>
          </a:xfrm>
          <a:prstGeom prst="wedgeRoundRectCallout">
            <a:avLst>
              <a:gd name="adj1" fmla="val -15578"/>
              <a:gd name="adj2" fmla="val 140513"/>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⑧コンフィギュレーションの画面から各パラメータを変更すると背景が赤く表示される。</a:t>
            </a:r>
            <a:endParaRPr kumimoji="1" lang="en-US" altLang="ja-JP" sz="1600" b="1" dirty="0">
              <a:latin typeface="+mn-ea"/>
              <a:cs typeface="メイリオ" pitchFamily="50" charset="-128"/>
            </a:endParaRPr>
          </a:p>
          <a:p>
            <a:pPr algn="ctr" eaLnBrk="1" hangingPunct="1">
              <a:buClr>
                <a:srgbClr val="000000"/>
              </a:buClr>
              <a:buSzPct val="100000"/>
            </a:pPr>
            <a:r>
              <a:rPr kumimoji="1" lang="ja-JP" altLang="en-US" sz="1600" b="1" dirty="0">
                <a:latin typeface="+mn-ea"/>
                <a:cs typeface="メイリオ" pitchFamily="50" charset="-128"/>
              </a:rPr>
              <a:t>変更後、「適用」ボタンを押すとシミュレータ上の</a:t>
            </a:r>
            <a:r>
              <a:rPr kumimoji="1" lang="en-US" altLang="ja-JP" sz="1600" b="1" dirty="0" err="1">
                <a:latin typeface="+mn-ea"/>
                <a:cs typeface="メイリオ" pitchFamily="50" charset="-128"/>
              </a:rPr>
              <a:t>myCobot</a:t>
            </a:r>
            <a:r>
              <a:rPr kumimoji="1" lang="ja-JP" altLang="en-US" sz="1600" b="1" dirty="0">
                <a:latin typeface="+mn-ea"/>
                <a:cs typeface="メイリオ" pitchFamily="50" charset="-128"/>
              </a:rPr>
              <a:t>の制御を開始する</a:t>
            </a:r>
            <a:endParaRPr kumimoji="1" lang="en-US" altLang="ja-JP" sz="1600" b="1" dirty="0">
              <a:latin typeface="+mn-ea"/>
              <a:cs typeface="メイリオ" pitchFamily="50" charset="-128"/>
            </a:endParaRPr>
          </a:p>
        </p:txBody>
      </p:sp>
      <p:sp>
        <p:nvSpPr>
          <p:cNvPr id="18" name="吹き出し: 角を丸めた四角形 17">
            <a:extLst>
              <a:ext uri="{FF2B5EF4-FFF2-40B4-BE49-F238E27FC236}">
                <a16:creationId xmlns:a16="http://schemas.microsoft.com/office/drawing/2014/main" id="{4EE4DAC4-387C-521F-E91A-4CDA7F161A24}"/>
              </a:ext>
            </a:extLst>
          </p:cNvPr>
          <p:cNvSpPr/>
          <p:nvPr/>
        </p:nvSpPr>
        <p:spPr bwMode="auto">
          <a:xfrm>
            <a:off x="3892190" y="751562"/>
            <a:ext cx="5527383" cy="889833"/>
          </a:xfrm>
          <a:prstGeom prst="wedgeRoundRectCallout">
            <a:avLst>
              <a:gd name="adj1" fmla="val -54780"/>
              <a:gd name="adj2" fmla="val 20975"/>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⑨動作確認が完了したらシミュレーションを停止する</a:t>
            </a:r>
            <a:endParaRPr kumimoji="1" lang="en-US" altLang="ja-JP" sz="1600" b="1" dirty="0">
              <a:latin typeface="+mn-ea"/>
              <a:cs typeface="メイリオ" pitchFamily="50" charset="-128"/>
            </a:endParaRPr>
          </a:p>
          <a:p>
            <a:pPr algn="ctr" eaLnBrk="1" hangingPunct="1">
              <a:buClr>
                <a:srgbClr val="000000"/>
              </a:buClr>
              <a:buSzPct val="100000"/>
            </a:pPr>
            <a:endParaRPr kumimoji="1" lang="en-US" altLang="ja-JP" sz="1600" b="1" dirty="0">
              <a:latin typeface="+mn-ea"/>
              <a:cs typeface="メイリオ" pitchFamily="50" charset="-128"/>
            </a:endParaRPr>
          </a:p>
          <a:p>
            <a:pPr algn="ctr" eaLnBrk="1" hangingPunct="1">
              <a:buClr>
                <a:srgbClr val="000000"/>
              </a:buClr>
              <a:buSzPct val="100000"/>
            </a:pPr>
            <a:endParaRPr kumimoji="1" lang="en-US" altLang="ja-JP" sz="1600" b="1" dirty="0">
              <a:latin typeface="+mn-ea"/>
              <a:cs typeface="メイリオ" pitchFamily="50" charset="-128"/>
            </a:endParaRPr>
          </a:p>
        </p:txBody>
      </p:sp>
      <p:sp>
        <p:nvSpPr>
          <p:cNvPr id="19" name="正方形/長方形 18">
            <a:extLst>
              <a:ext uri="{FF2B5EF4-FFF2-40B4-BE49-F238E27FC236}">
                <a16:creationId xmlns:a16="http://schemas.microsoft.com/office/drawing/2014/main" id="{2D8C89C0-6361-136C-86AD-9219B267F2A7}"/>
              </a:ext>
            </a:extLst>
          </p:cNvPr>
          <p:cNvSpPr/>
          <p:nvPr/>
        </p:nvSpPr>
        <p:spPr bwMode="auto">
          <a:xfrm>
            <a:off x="3324287" y="1333394"/>
            <a:ext cx="295735" cy="30800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pic>
        <p:nvPicPr>
          <p:cNvPr id="26" name="図 25">
            <a:extLst>
              <a:ext uri="{FF2B5EF4-FFF2-40B4-BE49-F238E27FC236}">
                <a16:creationId xmlns:a16="http://schemas.microsoft.com/office/drawing/2014/main" id="{E5E29B7A-CB46-E803-5783-CAAF222F6729}"/>
              </a:ext>
            </a:extLst>
          </p:cNvPr>
          <p:cNvPicPr>
            <a:picLocks noChangeAspect="1"/>
          </p:cNvPicPr>
          <p:nvPr/>
        </p:nvPicPr>
        <p:blipFill>
          <a:blip r:embed="rId3"/>
          <a:stretch>
            <a:fillRect/>
          </a:stretch>
        </p:blipFill>
        <p:spPr>
          <a:xfrm>
            <a:off x="6504367" y="1111400"/>
            <a:ext cx="409632" cy="409632"/>
          </a:xfrm>
          <a:prstGeom prst="rect">
            <a:avLst/>
          </a:prstGeom>
        </p:spPr>
      </p:pic>
    </p:spTree>
    <p:extLst>
      <p:ext uri="{BB962C8B-B14F-4D97-AF65-F5344CB8AC3E}">
        <p14:creationId xmlns:p14="http://schemas.microsoft.com/office/powerpoint/2010/main" val="40510105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293F5F07-3655-7BF8-6BB3-EEAAD8E0FEE6}"/>
              </a:ext>
            </a:extLst>
          </p:cNvPr>
          <p:cNvSpPr txBox="1">
            <a:spLocks noChangeArrowheads="1"/>
          </p:cNvSpPr>
          <p:nvPr/>
        </p:nvSpPr>
        <p:spPr bwMode="auto">
          <a:xfrm>
            <a:off x="227014" y="1031429"/>
            <a:ext cx="11681173" cy="498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800" kern="0" dirty="0" err="1">
                <a:solidFill>
                  <a:srgbClr val="5F5F5F"/>
                </a:solidFill>
              </a:rPr>
              <a:t>ArmController</a:t>
            </a:r>
            <a:r>
              <a:rPr lang="ja-JP" altLang="en-US" sz="2800" kern="0" dirty="0">
                <a:solidFill>
                  <a:srgbClr val="5F5F5F"/>
                </a:solidFill>
              </a:rPr>
              <a:t>コンポーネントで</a:t>
            </a:r>
            <a:r>
              <a:rPr lang="en-US" altLang="ja-JP" sz="2800" kern="0" dirty="0" err="1">
                <a:solidFill>
                  <a:srgbClr val="5F5F5F"/>
                </a:solidFill>
              </a:rPr>
              <a:t>myCobot</a:t>
            </a:r>
            <a:r>
              <a:rPr lang="ja-JP" altLang="en-US" sz="2800" kern="0" dirty="0">
                <a:solidFill>
                  <a:srgbClr val="5F5F5F"/>
                </a:solidFill>
              </a:rPr>
              <a:t>実機を制御する</a:t>
            </a:r>
            <a:endParaRPr lang="en-US" altLang="ja-JP" sz="2800" kern="0" dirty="0">
              <a:solidFill>
                <a:srgbClr val="5F5F5F"/>
              </a:solidFill>
            </a:endParaRPr>
          </a:p>
          <a:p>
            <a:pPr lvl="1" eaLnBrk="1" hangingPunct="1">
              <a:lnSpc>
                <a:spcPct val="80000"/>
              </a:lnSpc>
              <a:defRPr/>
            </a:pPr>
            <a:r>
              <a:rPr lang="en-US" altLang="ja-JP" sz="2400" kern="0" dirty="0" err="1">
                <a:solidFill>
                  <a:srgbClr val="5F5F5F"/>
                </a:solidFill>
              </a:rPr>
              <a:t>myCobot</a:t>
            </a:r>
            <a:r>
              <a:rPr lang="ja-JP" altLang="en-US" sz="2400" kern="0" dirty="0">
                <a:solidFill>
                  <a:srgbClr val="5F5F5F"/>
                </a:solidFill>
              </a:rPr>
              <a:t>に</a:t>
            </a:r>
            <a:r>
              <a:rPr lang="en-US" altLang="ja-JP" sz="2400" kern="0" dirty="0">
                <a:solidFill>
                  <a:srgbClr val="5F5F5F"/>
                </a:solidFill>
              </a:rPr>
              <a:t>AC</a:t>
            </a:r>
            <a:r>
              <a:rPr lang="ja-JP" altLang="en-US" sz="2400" kern="0" dirty="0">
                <a:solidFill>
                  <a:srgbClr val="5F5F5F"/>
                </a:solidFill>
              </a:rPr>
              <a:t>アダプタと</a:t>
            </a:r>
            <a:r>
              <a:rPr lang="en-US" altLang="ja-JP" sz="2400" kern="0" dirty="0">
                <a:solidFill>
                  <a:srgbClr val="5F5F5F"/>
                </a:solidFill>
              </a:rPr>
              <a:t>USB</a:t>
            </a:r>
            <a:r>
              <a:rPr lang="ja-JP" altLang="en-US" sz="2400" kern="0" dirty="0">
                <a:solidFill>
                  <a:srgbClr val="5F5F5F"/>
                </a:solidFill>
              </a:rPr>
              <a:t>ケーブルを接続する</a:t>
            </a:r>
            <a:endParaRPr lang="en-US" altLang="ja-JP" sz="2400" kern="0" dirty="0">
              <a:solidFill>
                <a:srgbClr val="5F5F5F"/>
              </a:solidFill>
            </a:endParaRPr>
          </a:p>
          <a:p>
            <a:pPr lvl="1" eaLnBrk="1" hangingPunct="1">
              <a:lnSpc>
                <a:spcPct val="80000"/>
              </a:lnSpc>
              <a:defRPr/>
            </a:pPr>
            <a:r>
              <a:rPr lang="en-US" altLang="ja-JP" sz="2400" kern="0" dirty="0">
                <a:solidFill>
                  <a:srgbClr val="5F5F5F"/>
                </a:solidFill>
              </a:rPr>
              <a:t>USB</a:t>
            </a:r>
            <a:r>
              <a:rPr lang="ja-JP" altLang="en-US" sz="2400" kern="0" dirty="0">
                <a:solidFill>
                  <a:srgbClr val="5F5F5F"/>
                </a:solidFill>
              </a:rPr>
              <a:t>ケーブルはノート</a:t>
            </a:r>
            <a:r>
              <a:rPr lang="en-US" altLang="ja-JP" sz="2400" kern="0" dirty="0">
                <a:solidFill>
                  <a:srgbClr val="5F5F5F"/>
                </a:solidFill>
              </a:rPr>
              <a:t>PC</a:t>
            </a:r>
            <a:r>
              <a:rPr lang="ja-JP" altLang="en-US" sz="2400" kern="0" dirty="0">
                <a:solidFill>
                  <a:srgbClr val="5F5F5F"/>
                </a:solidFill>
              </a:rPr>
              <a:t>と接続する</a:t>
            </a:r>
          </a:p>
        </p:txBody>
      </p:sp>
      <p:sp>
        <p:nvSpPr>
          <p:cNvPr id="2" name="タイトル 1">
            <a:extLst>
              <a:ext uri="{FF2B5EF4-FFF2-40B4-BE49-F238E27FC236}">
                <a16:creationId xmlns:a16="http://schemas.microsoft.com/office/drawing/2014/main" id="{B0A20D31-0B49-2BA7-909E-D791AE423617}"/>
              </a:ext>
            </a:extLst>
          </p:cNvPr>
          <p:cNvSpPr>
            <a:spLocks noGrp="1"/>
          </p:cNvSpPr>
          <p:nvPr>
            <p:ph type="title"/>
          </p:nvPr>
        </p:nvSpPr>
        <p:spPr/>
        <p:txBody>
          <a:bodyPr/>
          <a:lstStyle/>
          <a:p>
            <a:r>
              <a:rPr kumimoji="1" lang="en-US" altLang="ja-JP" dirty="0" err="1"/>
              <a:t>myCobot</a:t>
            </a:r>
            <a:r>
              <a:rPr kumimoji="1" lang="ja-JP" altLang="en-US" dirty="0"/>
              <a:t>実機の制御</a:t>
            </a:r>
          </a:p>
        </p:txBody>
      </p:sp>
      <p:grpSp>
        <p:nvGrpSpPr>
          <p:cNvPr id="3" name="グループ化 2">
            <a:extLst>
              <a:ext uri="{FF2B5EF4-FFF2-40B4-BE49-F238E27FC236}">
                <a16:creationId xmlns:a16="http://schemas.microsoft.com/office/drawing/2014/main" id="{5DA3C382-1787-806C-93A2-512FF8F85E5E}"/>
              </a:ext>
            </a:extLst>
          </p:cNvPr>
          <p:cNvGrpSpPr/>
          <p:nvPr/>
        </p:nvGrpSpPr>
        <p:grpSpPr>
          <a:xfrm>
            <a:off x="6096000" y="2485511"/>
            <a:ext cx="5611008" cy="4191585"/>
            <a:chOff x="3290496" y="1333207"/>
            <a:chExt cx="5611008" cy="4191585"/>
          </a:xfrm>
        </p:grpSpPr>
        <p:pic>
          <p:nvPicPr>
            <p:cNvPr id="4" name="図 3">
              <a:extLst>
                <a:ext uri="{FF2B5EF4-FFF2-40B4-BE49-F238E27FC236}">
                  <a16:creationId xmlns:a16="http://schemas.microsoft.com/office/drawing/2014/main" id="{6BA58BC5-B70A-34C3-2782-0D0C946BCD2B}"/>
                </a:ext>
              </a:extLst>
            </p:cNvPr>
            <p:cNvPicPr>
              <a:picLocks noChangeAspect="1"/>
            </p:cNvPicPr>
            <p:nvPr/>
          </p:nvPicPr>
          <p:blipFill>
            <a:blip r:embed="rId2"/>
            <a:stretch>
              <a:fillRect/>
            </a:stretch>
          </p:blipFill>
          <p:spPr>
            <a:xfrm>
              <a:off x="3290496" y="1333207"/>
              <a:ext cx="5611008" cy="4191585"/>
            </a:xfrm>
            <a:prstGeom prst="rect">
              <a:avLst/>
            </a:prstGeom>
          </p:spPr>
        </p:pic>
        <p:sp>
          <p:nvSpPr>
            <p:cNvPr id="5" name="楕円 4">
              <a:extLst>
                <a:ext uri="{FF2B5EF4-FFF2-40B4-BE49-F238E27FC236}">
                  <a16:creationId xmlns:a16="http://schemas.microsoft.com/office/drawing/2014/main" id="{2052C597-5EAC-6022-CB89-B5557829079A}"/>
                </a:ext>
              </a:extLst>
            </p:cNvPr>
            <p:cNvSpPr/>
            <p:nvPr/>
          </p:nvSpPr>
          <p:spPr bwMode="auto">
            <a:xfrm>
              <a:off x="7680960" y="3299460"/>
              <a:ext cx="312420" cy="205740"/>
            </a:xfrm>
            <a:prstGeom prst="ellipse">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6" name="楕円 5">
              <a:extLst>
                <a:ext uri="{FF2B5EF4-FFF2-40B4-BE49-F238E27FC236}">
                  <a16:creationId xmlns:a16="http://schemas.microsoft.com/office/drawing/2014/main" id="{8BA0A0F4-3131-65EE-7A31-C107C5E87A12}"/>
                </a:ext>
              </a:extLst>
            </p:cNvPr>
            <p:cNvSpPr/>
            <p:nvPr/>
          </p:nvSpPr>
          <p:spPr bwMode="auto">
            <a:xfrm>
              <a:off x="7566660" y="3070860"/>
              <a:ext cx="240030" cy="205740"/>
            </a:xfrm>
            <a:prstGeom prst="ellipse">
              <a:avLst/>
            </a:prstGeom>
            <a:noFill/>
            <a:ln w="57150">
              <a:solidFill>
                <a:schemeClr val="accent2">
                  <a:lumMod val="60000"/>
                  <a:lumOff val="40000"/>
                </a:schemeClr>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7" name="テキスト ボックス 6">
              <a:extLst>
                <a:ext uri="{FF2B5EF4-FFF2-40B4-BE49-F238E27FC236}">
                  <a16:creationId xmlns:a16="http://schemas.microsoft.com/office/drawing/2014/main" id="{952A3A19-8DB2-7CC5-C851-9F3747589FBA}"/>
                </a:ext>
              </a:extLst>
            </p:cNvPr>
            <p:cNvSpPr txBox="1"/>
            <p:nvPr/>
          </p:nvSpPr>
          <p:spPr>
            <a:xfrm>
              <a:off x="6403059" y="2762553"/>
              <a:ext cx="1247136" cy="313612"/>
            </a:xfrm>
            <a:prstGeom prst="rect">
              <a:avLst/>
            </a:prstGeom>
          </p:spPr>
          <p:txBody>
            <a:bodyPr vert="horz" wrap="none" lIns="0" tIns="0" rIns="0" bIns="0" rtlCol="0">
              <a:spAutoFit/>
            </a:bodyPr>
            <a:lstStyle/>
            <a:p>
              <a:pPr>
                <a:lnSpc>
                  <a:spcPct val="120000"/>
                </a:lnSpc>
                <a:spcAft>
                  <a:spcPts val="300"/>
                </a:spcAft>
              </a:pPr>
              <a:r>
                <a:rPr kumimoji="1" lang="en-US" altLang="ja-JP" b="1" dirty="0">
                  <a:solidFill>
                    <a:schemeClr val="accent2">
                      <a:lumMod val="60000"/>
                      <a:lumOff val="40000"/>
                    </a:schemeClr>
                  </a:solidFill>
                </a:rPr>
                <a:t>AC</a:t>
              </a:r>
              <a:r>
                <a:rPr kumimoji="1" lang="ja-JP" altLang="en-US" b="1" dirty="0">
                  <a:solidFill>
                    <a:schemeClr val="accent2">
                      <a:lumMod val="60000"/>
                      <a:lumOff val="40000"/>
                    </a:schemeClr>
                  </a:solidFill>
                </a:rPr>
                <a:t>アダプタ</a:t>
              </a:r>
            </a:p>
          </p:txBody>
        </p:sp>
        <p:sp>
          <p:nvSpPr>
            <p:cNvPr id="8" name="楕円 7">
              <a:extLst>
                <a:ext uri="{FF2B5EF4-FFF2-40B4-BE49-F238E27FC236}">
                  <a16:creationId xmlns:a16="http://schemas.microsoft.com/office/drawing/2014/main" id="{AFEA048F-890E-0D08-AE43-F0208AA1006C}"/>
                </a:ext>
              </a:extLst>
            </p:cNvPr>
            <p:cNvSpPr/>
            <p:nvPr/>
          </p:nvSpPr>
          <p:spPr bwMode="auto">
            <a:xfrm>
              <a:off x="6734701" y="4351020"/>
              <a:ext cx="312420" cy="469441"/>
            </a:xfrm>
            <a:prstGeom prst="ellipse">
              <a:avLst/>
            </a:prstGeom>
            <a:noFill/>
            <a:ln w="5715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9" name="テキスト ボックス 8">
              <a:extLst>
                <a:ext uri="{FF2B5EF4-FFF2-40B4-BE49-F238E27FC236}">
                  <a16:creationId xmlns:a16="http://schemas.microsoft.com/office/drawing/2014/main" id="{076B10B9-2CE4-64D5-1AC0-1D8168AC7372}"/>
                </a:ext>
              </a:extLst>
            </p:cNvPr>
            <p:cNvSpPr txBox="1"/>
            <p:nvPr/>
          </p:nvSpPr>
          <p:spPr>
            <a:xfrm>
              <a:off x="7047121" y="4126748"/>
              <a:ext cx="1417055" cy="313612"/>
            </a:xfrm>
            <a:prstGeom prst="rect">
              <a:avLst/>
            </a:prstGeom>
          </p:spPr>
          <p:txBody>
            <a:bodyPr vert="horz" wrap="none" lIns="0" tIns="0" rIns="0" bIns="0" rtlCol="0">
              <a:spAutoFit/>
            </a:bodyPr>
            <a:lstStyle/>
            <a:p>
              <a:pPr>
                <a:lnSpc>
                  <a:spcPct val="120000"/>
                </a:lnSpc>
                <a:spcAft>
                  <a:spcPts val="300"/>
                </a:spcAft>
              </a:pPr>
              <a:r>
                <a:rPr kumimoji="1" lang="en-US" altLang="ja-JP" b="1" dirty="0">
                  <a:solidFill>
                    <a:srgbClr val="FF0000"/>
                  </a:solidFill>
                </a:rPr>
                <a:t>USB</a:t>
              </a:r>
              <a:r>
                <a:rPr kumimoji="1" lang="ja-JP" altLang="en-US" b="1" dirty="0">
                  <a:solidFill>
                    <a:srgbClr val="FF0000"/>
                  </a:solidFill>
                </a:rPr>
                <a:t>ケーブル</a:t>
              </a:r>
            </a:p>
          </p:txBody>
        </p:sp>
      </p:grpSp>
      <p:pic>
        <p:nvPicPr>
          <p:cNvPr id="10" name="Picture 2">
            <a:extLst>
              <a:ext uri="{FF2B5EF4-FFF2-40B4-BE49-F238E27FC236}">
                <a16:creationId xmlns:a16="http://schemas.microsoft.com/office/drawing/2014/main" id="{890B4EAC-84C8-D6A5-A107-C799CE4A4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360" y="2404581"/>
            <a:ext cx="4272516" cy="42725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5716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2121A-8C23-C535-FC38-14B42EE65228}"/>
            </a:ext>
          </a:extLst>
        </p:cNvPr>
        <p:cNvGrpSpPr/>
        <p:nvPr/>
      </p:nvGrpSpPr>
      <p:grpSpPr>
        <a:xfrm>
          <a:off x="0" y="0"/>
          <a:ext cx="0" cy="0"/>
          <a:chOff x="0" y="0"/>
          <a:chExt cx="0" cy="0"/>
        </a:xfrm>
      </p:grpSpPr>
      <p:sp>
        <p:nvSpPr>
          <p:cNvPr id="12" name="Rectangle 2">
            <a:extLst>
              <a:ext uri="{FF2B5EF4-FFF2-40B4-BE49-F238E27FC236}">
                <a16:creationId xmlns:a16="http://schemas.microsoft.com/office/drawing/2014/main" id="{9ED90BAC-727F-B578-3974-29E37C96E44B}"/>
              </a:ext>
            </a:extLst>
          </p:cNvPr>
          <p:cNvSpPr txBox="1">
            <a:spLocks noChangeArrowheads="1"/>
          </p:cNvSpPr>
          <p:nvPr/>
        </p:nvSpPr>
        <p:spPr bwMode="auto">
          <a:xfrm>
            <a:off x="227014" y="1031429"/>
            <a:ext cx="11681173" cy="11355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ja-JP" altLang="en-US" sz="2800" kern="0" dirty="0">
                <a:solidFill>
                  <a:srgbClr val="5F5F5F"/>
                </a:solidFill>
              </a:rPr>
              <a:t>デバイスマネージャでポート番号</a:t>
            </a:r>
            <a:r>
              <a:rPr lang="en-US" altLang="ja-JP" sz="2800" kern="0" dirty="0">
                <a:solidFill>
                  <a:srgbClr val="5F5F5F"/>
                </a:solidFill>
              </a:rPr>
              <a:t>(COM</a:t>
            </a:r>
            <a:r>
              <a:rPr lang="ja-JP" altLang="en-US" sz="2800" kern="0" dirty="0">
                <a:solidFill>
                  <a:srgbClr val="5F5F5F"/>
                </a:solidFill>
              </a:rPr>
              <a:t>＊＊</a:t>
            </a:r>
            <a:r>
              <a:rPr lang="en-US" altLang="ja-JP" sz="2800" kern="0" dirty="0">
                <a:solidFill>
                  <a:srgbClr val="5F5F5F"/>
                </a:solidFill>
              </a:rPr>
              <a:t>)</a:t>
            </a:r>
            <a:r>
              <a:rPr lang="ja-JP" altLang="en-US" sz="2800" kern="0" dirty="0">
                <a:solidFill>
                  <a:srgbClr val="5F5F5F"/>
                </a:solidFill>
              </a:rPr>
              <a:t>を確認する</a:t>
            </a:r>
            <a:endParaRPr lang="ja-JP" altLang="en-US" sz="2400" kern="0" dirty="0">
              <a:solidFill>
                <a:srgbClr val="5F5F5F"/>
              </a:solidFill>
            </a:endParaRPr>
          </a:p>
        </p:txBody>
      </p:sp>
      <p:sp>
        <p:nvSpPr>
          <p:cNvPr id="2" name="タイトル 1">
            <a:extLst>
              <a:ext uri="{FF2B5EF4-FFF2-40B4-BE49-F238E27FC236}">
                <a16:creationId xmlns:a16="http://schemas.microsoft.com/office/drawing/2014/main" id="{E0E4B6CF-831F-388A-1BF2-0AB11F209277}"/>
              </a:ext>
            </a:extLst>
          </p:cNvPr>
          <p:cNvSpPr>
            <a:spLocks noGrp="1"/>
          </p:cNvSpPr>
          <p:nvPr>
            <p:ph type="title"/>
          </p:nvPr>
        </p:nvSpPr>
        <p:spPr/>
        <p:txBody>
          <a:bodyPr/>
          <a:lstStyle/>
          <a:p>
            <a:r>
              <a:rPr kumimoji="1" lang="ja-JP" altLang="en-US" dirty="0"/>
              <a:t>ポート番号の確認</a:t>
            </a:r>
          </a:p>
        </p:txBody>
      </p:sp>
      <p:pic>
        <p:nvPicPr>
          <p:cNvPr id="15" name="図 14">
            <a:extLst>
              <a:ext uri="{FF2B5EF4-FFF2-40B4-BE49-F238E27FC236}">
                <a16:creationId xmlns:a16="http://schemas.microsoft.com/office/drawing/2014/main" id="{A0451000-9C70-0E6C-20FE-2D0F2F500F9C}"/>
              </a:ext>
            </a:extLst>
          </p:cNvPr>
          <p:cNvPicPr>
            <a:picLocks noChangeAspect="1"/>
          </p:cNvPicPr>
          <p:nvPr/>
        </p:nvPicPr>
        <p:blipFill>
          <a:blip r:embed="rId2"/>
          <a:stretch>
            <a:fillRect/>
          </a:stretch>
        </p:blipFill>
        <p:spPr>
          <a:xfrm>
            <a:off x="227014" y="1716067"/>
            <a:ext cx="6755510" cy="5141933"/>
          </a:xfrm>
          <a:prstGeom prst="rect">
            <a:avLst/>
          </a:prstGeom>
        </p:spPr>
      </p:pic>
      <p:sp>
        <p:nvSpPr>
          <p:cNvPr id="16" name="正方形/長方形 15">
            <a:extLst>
              <a:ext uri="{FF2B5EF4-FFF2-40B4-BE49-F238E27FC236}">
                <a16:creationId xmlns:a16="http://schemas.microsoft.com/office/drawing/2014/main" id="{93676C1B-4E71-C354-14D4-4374877DFBEC}"/>
              </a:ext>
            </a:extLst>
          </p:cNvPr>
          <p:cNvSpPr/>
          <p:nvPr/>
        </p:nvSpPr>
        <p:spPr bwMode="auto">
          <a:xfrm>
            <a:off x="538619" y="6496579"/>
            <a:ext cx="425885" cy="36142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7" name="正方形/長方形 16">
            <a:extLst>
              <a:ext uri="{FF2B5EF4-FFF2-40B4-BE49-F238E27FC236}">
                <a16:creationId xmlns:a16="http://schemas.microsoft.com/office/drawing/2014/main" id="{3006F5CE-1F64-3ED9-55C6-E7684638A783}"/>
              </a:ext>
            </a:extLst>
          </p:cNvPr>
          <p:cNvSpPr/>
          <p:nvPr/>
        </p:nvSpPr>
        <p:spPr bwMode="auto">
          <a:xfrm>
            <a:off x="2081408" y="1716067"/>
            <a:ext cx="1112729" cy="450936"/>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8" name="吹き出し: 角を丸めた四角形 17">
            <a:extLst>
              <a:ext uri="{FF2B5EF4-FFF2-40B4-BE49-F238E27FC236}">
                <a16:creationId xmlns:a16="http://schemas.microsoft.com/office/drawing/2014/main" id="{B0C6B9FF-9DFB-CCF6-D5DE-262A349E563F}"/>
              </a:ext>
            </a:extLst>
          </p:cNvPr>
          <p:cNvSpPr/>
          <p:nvPr/>
        </p:nvSpPr>
        <p:spPr bwMode="auto">
          <a:xfrm>
            <a:off x="1288226" y="3545122"/>
            <a:ext cx="4633085" cy="572031"/>
          </a:xfrm>
          <a:prstGeom prst="wedgeRoundRectCallout">
            <a:avLst>
              <a:gd name="adj1" fmla="val -18282"/>
              <a:gd name="adj2" fmla="val -10254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デバイスマネージャを検索して起動する</a:t>
            </a:r>
            <a:endParaRPr kumimoji="1" lang="en-US" altLang="ja-JP" sz="1600" b="1" dirty="0">
              <a:latin typeface="+mn-ea"/>
              <a:cs typeface="メイリオ" pitchFamily="50" charset="-128"/>
            </a:endParaRPr>
          </a:p>
        </p:txBody>
      </p:sp>
      <p:sp>
        <p:nvSpPr>
          <p:cNvPr id="19" name="正方形/長方形 18">
            <a:extLst>
              <a:ext uri="{FF2B5EF4-FFF2-40B4-BE49-F238E27FC236}">
                <a16:creationId xmlns:a16="http://schemas.microsoft.com/office/drawing/2014/main" id="{C659E6C0-709C-DB2B-2859-BF7578433242}"/>
              </a:ext>
            </a:extLst>
          </p:cNvPr>
          <p:cNvSpPr/>
          <p:nvPr/>
        </p:nvSpPr>
        <p:spPr bwMode="auto">
          <a:xfrm>
            <a:off x="1870553" y="2708103"/>
            <a:ext cx="1574105" cy="450936"/>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pic>
        <p:nvPicPr>
          <p:cNvPr id="4" name="図 3">
            <a:extLst>
              <a:ext uri="{FF2B5EF4-FFF2-40B4-BE49-F238E27FC236}">
                <a16:creationId xmlns:a16="http://schemas.microsoft.com/office/drawing/2014/main" id="{9185C5D2-BB8E-D3F6-4957-E5BCCAC606C8}"/>
              </a:ext>
            </a:extLst>
          </p:cNvPr>
          <p:cNvPicPr>
            <a:picLocks noChangeAspect="1"/>
          </p:cNvPicPr>
          <p:nvPr/>
        </p:nvPicPr>
        <p:blipFill>
          <a:blip r:embed="rId3"/>
          <a:stretch>
            <a:fillRect/>
          </a:stretch>
        </p:blipFill>
        <p:spPr>
          <a:xfrm>
            <a:off x="7120931" y="2332893"/>
            <a:ext cx="4991895" cy="3656972"/>
          </a:xfrm>
          <a:prstGeom prst="rect">
            <a:avLst/>
          </a:prstGeom>
        </p:spPr>
      </p:pic>
      <p:sp>
        <p:nvSpPr>
          <p:cNvPr id="5" name="正方形/長方形 4">
            <a:extLst>
              <a:ext uri="{FF2B5EF4-FFF2-40B4-BE49-F238E27FC236}">
                <a16:creationId xmlns:a16="http://schemas.microsoft.com/office/drawing/2014/main" id="{D588E8B2-CA1E-0AF0-5B09-36A061499C24}"/>
              </a:ext>
            </a:extLst>
          </p:cNvPr>
          <p:cNvSpPr/>
          <p:nvPr/>
        </p:nvSpPr>
        <p:spPr bwMode="auto">
          <a:xfrm>
            <a:off x="7474183" y="5228564"/>
            <a:ext cx="1574105" cy="222667"/>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6" name="吹き出し: 角を丸めた四角形 5">
            <a:extLst>
              <a:ext uri="{FF2B5EF4-FFF2-40B4-BE49-F238E27FC236}">
                <a16:creationId xmlns:a16="http://schemas.microsoft.com/office/drawing/2014/main" id="{2FC3B89D-E693-6A03-83F0-7BF33DFBD120}"/>
              </a:ext>
            </a:extLst>
          </p:cNvPr>
          <p:cNvSpPr/>
          <p:nvPr/>
        </p:nvSpPr>
        <p:spPr bwMode="auto">
          <a:xfrm>
            <a:off x="7275102" y="5844839"/>
            <a:ext cx="4633085" cy="572031"/>
          </a:xfrm>
          <a:prstGeom prst="wedgeRoundRectCallout">
            <a:avLst>
              <a:gd name="adj1" fmla="val -18282"/>
              <a:gd name="adj2" fmla="val -10254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「ポート</a:t>
            </a:r>
            <a:r>
              <a:rPr kumimoji="1" lang="en-US" altLang="ja-JP" sz="1600" b="1" dirty="0">
                <a:latin typeface="+mn-ea"/>
                <a:cs typeface="メイリオ" pitchFamily="50" charset="-128"/>
              </a:rPr>
              <a:t>(COM</a:t>
            </a:r>
            <a:r>
              <a:rPr kumimoji="1" lang="ja-JP" altLang="en-US" sz="1600" b="1" dirty="0">
                <a:latin typeface="+mn-ea"/>
                <a:cs typeface="メイリオ" pitchFamily="50" charset="-128"/>
              </a:rPr>
              <a:t>と</a:t>
            </a:r>
            <a:r>
              <a:rPr kumimoji="1" lang="en-US" altLang="ja-JP" sz="1600" b="1" dirty="0">
                <a:latin typeface="+mn-ea"/>
                <a:cs typeface="メイリオ" pitchFamily="50" charset="-128"/>
              </a:rPr>
              <a:t>LPT)</a:t>
            </a:r>
            <a:r>
              <a:rPr kumimoji="1" lang="ja-JP" altLang="en-US" sz="1600" b="1" dirty="0">
                <a:latin typeface="+mn-ea"/>
                <a:cs typeface="メイリオ" pitchFamily="50" charset="-128"/>
              </a:rPr>
              <a:t>」から</a:t>
            </a:r>
            <a:r>
              <a:rPr kumimoji="1" lang="en-US" altLang="ja-JP" sz="1600" b="1" dirty="0">
                <a:latin typeface="+mn-ea"/>
                <a:cs typeface="メイリオ" pitchFamily="50" charset="-128"/>
              </a:rPr>
              <a:t>COM**</a:t>
            </a:r>
            <a:r>
              <a:rPr kumimoji="1" lang="ja-JP" altLang="en-US" sz="1600" b="1" dirty="0">
                <a:latin typeface="+mn-ea"/>
                <a:cs typeface="メイリオ" pitchFamily="50" charset="-128"/>
              </a:rPr>
              <a:t>を確認する</a:t>
            </a:r>
            <a:endParaRPr kumimoji="1" lang="en-US" altLang="ja-JP" sz="1600" b="1" dirty="0">
              <a:latin typeface="+mn-ea"/>
              <a:cs typeface="メイリオ" pitchFamily="50" charset="-128"/>
            </a:endParaRPr>
          </a:p>
        </p:txBody>
      </p:sp>
    </p:spTree>
    <p:extLst>
      <p:ext uri="{BB962C8B-B14F-4D97-AF65-F5344CB8AC3E}">
        <p14:creationId xmlns:p14="http://schemas.microsoft.com/office/powerpoint/2010/main" val="1178311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84743-23E3-A9D1-0472-0D41F55D1B30}"/>
              </a:ext>
            </a:extLst>
          </p:cNvPr>
          <p:cNvSpPr>
            <a:spLocks noGrp="1"/>
          </p:cNvSpPr>
          <p:nvPr>
            <p:ph type="title"/>
          </p:nvPr>
        </p:nvSpPr>
        <p:spPr/>
        <p:txBody>
          <a:bodyPr/>
          <a:lstStyle/>
          <a:p>
            <a:r>
              <a:rPr kumimoji="1" lang="en-US" altLang="ja-JP" dirty="0" err="1"/>
              <a:t>myCobot</a:t>
            </a:r>
            <a:r>
              <a:rPr kumimoji="1" lang="ja-JP" altLang="en-US" dirty="0"/>
              <a:t>コンポーネントの起動</a:t>
            </a:r>
          </a:p>
        </p:txBody>
      </p:sp>
      <p:grpSp>
        <p:nvGrpSpPr>
          <p:cNvPr id="6" name="グループ化 5">
            <a:extLst>
              <a:ext uri="{FF2B5EF4-FFF2-40B4-BE49-F238E27FC236}">
                <a16:creationId xmlns:a16="http://schemas.microsoft.com/office/drawing/2014/main" id="{137F1F98-6A67-3602-9E6F-7A3F2A7C1465}"/>
              </a:ext>
            </a:extLst>
          </p:cNvPr>
          <p:cNvGrpSpPr/>
          <p:nvPr/>
        </p:nvGrpSpPr>
        <p:grpSpPr>
          <a:xfrm>
            <a:off x="1699745" y="1770186"/>
            <a:ext cx="7725609" cy="5052645"/>
            <a:chOff x="597776" y="974354"/>
            <a:chExt cx="9434120" cy="5883645"/>
          </a:xfrm>
        </p:grpSpPr>
        <p:pic>
          <p:nvPicPr>
            <p:cNvPr id="4" name="図 3">
              <a:extLst>
                <a:ext uri="{FF2B5EF4-FFF2-40B4-BE49-F238E27FC236}">
                  <a16:creationId xmlns:a16="http://schemas.microsoft.com/office/drawing/2014/main" id="{1D8E79CA-535A-A91D-E84A-0A5B03F15140}"/>
                </a:ext>
              </a:extLst>
            </p:cNvPr>
            <p:cNvPicPr>
              <a:picLocks noChangeAspect="1"/>
            </p:cNvPicPr>
            <p:nvPr/>
          </p:nvPicPr>
          <p:blipFill>
            <a:blip r:embed="rId2"/>
            <a:stretch>
              <a:fillRect/>
            </a:stretch>
          </p:blipFill>
          <p:spPr>
            <a:xfrm>
              <a:off x="597776" y="974354"/>
              <a:ext cx="9434120" cy="5883645"/>
            </a:xfrm>
            <a:prstGeom prst="rect">
              <a:avLst/>
            </a:prstGeom>
          </p:spPr>
        </p:pic>
        <p:sp>
          <p:nvSpPr>
            <p:cNvPr id="5" name="正方形/長方形 4">
              <a:extLst>
                <a:ext uri="{FF2B5EF4-FFF2-40B4-BE49-F238E27FC236}">
                  <a16:creationId xmlns:a16="http://schemas.microsoft.com/office/drawing/2014/main" id="{68198860-7022-8805-7EED-105019BBD19A}"/>
                </a:ext>
              </a:extLst>
            </p:cNvPr>
            <p:cNvSpPr/>
            <p:nvPr/>
          </p:nvSpPr>
          <p:spPr bwMode="auto">
            <a:xfrm>
              <a:off x="2029579" y="3808033"/>
              <a:ext cx="1574105" cy="450936"/>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grpSp>
      <p:sp>
        <p:nvSpPr>
          <p:cNvPr id="3" name="Rectangle 2">
            <a:extLst>
              <a:ext uri="{FF2B5EF4-FFF2-40B4-BE49-F238E27FC236}">
                <a16:creationId xmlns:a16="http://schemas.microsoft.com/office/drawing/2014/main" id="{1549A6C6-57C7-9821-2080-82A7AE41E8EF}"/>
              </a:ext>
            </a:extLst>
          </p:cNvPr>
          <p:cNvSpPr txBox="1">
            <a:spLocks noChangeArrowheads="1"/>
          </p:cNvSpPr>
          <p:nvPr/>
        </p:nvSpPr>
        <p:spPr bwMode="auto">
          <a:xfrm>
            <a:off x="227014" y="1031429"/>
            <a:ext cx="11681173" cy="11725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800" kern="0" dirty="0" err="1">
                <a:solidFill>
                  <a:srgbClr val="5F5F5F"/>
                </a:solidFill>
              </a:rPr>
              <a:t>myCobot</a:t>
            </a:r>
            <a:r>
              <a:rPr lang="ja-JP" altLang="en-US" sz="2800" kern="0" dirty="0">
                <a:solidFill>
                  <a:srgbClr val="5F5F5F"/>
                </a:solidFill>
              </a:rPr>
              <a:t>コンポーネントを起動する</a:t>
            </a:r>
            <a:endParaRPr lang="en-US" altLang="ja-JP" sz="2800" kern="0" dirty="0">
              <a:solidFill>
                <a:srgbClr val="5F5F5F"/>
              </a:solidFill>
            </a:endParaRPr>
          </a:p>
          <a:p>
            <a:pPr lvl="1" eaLnBrk="1" hangingPunct="1">
              <a:lnSpc>
                <a:spcPct val="80000"/>
              </a:lnSpc>
              <a:defRPr/>
            </a:pPr>
            <a:r>
              <a:rPr lang="ja-JP" altLang="en-US" sz="2000" kern="0" dirty="0">
                <a:solidFill>
                  <a:srgbClr val="5F5F5F"/>
                </a:solidFill>
              </a:rPr>
              <a:t>配布資料 </a:t>
            </a:r>
            <a:r>
              <a:rPr lang="en-US" altLang="ja-JP" sz="2000" kern="0" dirty="0">
                <a:solidFill>
                  <a:srgbClr val="5F5F5F"/>
                </a:solidFill>
              </a:rPr>
              <a:t>(USB</a:t>
            </a:r>
            <a:r>
              <a:rPr lang="ja-JP" altLang="en-US" sz="2000" kern="0" dirty="0">
                <a:solidFill>
                  <a:srgbClr val="5F5F5F"/>
                </a:solidFill>
              </a:rPr>
              <a:t>メモリ</a:t>
            </a:r>
            <a:r>
              <a:rPr lang="en-US" altLang="ja-JP" sz="2000" kern="0" dirty="0">
                <a:solidFill>
                  <a:srgbClr val="5F5F5F"/>
                </a:solidFill>
              </a:rPr>
              <a:t>) </a:t>
            </a:r>
            <a:r>
              <a:rPr lang="ja-JP" altLang="en-US" sz="2000" kern="0" dirty="0">
                <a:solidFill>
                  <a:srgbClr val="5F5F5F"/>
                </a:solidFill>
              </a:rPr>
              <a:t>の</a:t>
            </a:r>
            <a:r>
              <a:rPr lang="en-US" altLang="ja-JP" sz="2000" kern="0" dirty="0" err="1">
                <a:solidFill>
                  <a:srgbClr val="5F5F5F"/>
                </a:solidFill>
              </a:rPr>
              <a:t>choreonoid</a:t>
            </a:r>
            <a:r>
              <a:rPr lang="ja-JP" altLang="en-US" sz="2000" kern="0" dirty="0">
                <a:solidFill>
                  <a:srgbClr val="5F5F5F"/>
                </a:solidFill>
              </a:rPr>
              <a:t>フォルダの</a:t>
            </a:r>
            <a:r>
              <a:rPr lang="en-US" altLang="ja-JP" sz="2000" b="1" kern="0" dirty="0">
                <a:solidFill>
                  <a:srgbClr val="FF0000"/>
                </a:solidFill>
              </a:rPr>
              <a:t>myCobot280RTC.bat</a:t>
            </a:r>
            <a:r>
              <a:rPr lang="ja-JP" altLang="en-US" sz="2000" kern="0" dirty="0">
                <a:solidFill>
                  <a:srgbClr val="5F5F5F"/>
                </a:solidFill>
              </a:rPr>
              <a:t>を実行する</a:t>
            </a:r>
            <a:endParaRPr lang="en-US" altLang="ja-JP" sz="2000" kern="0" dirty="0">
              <a:solidFill>
                <a:srgbClr val="5F5F5F"/>
              </a:solidFill>
            </a:endParaRPr>
          </a:p>
        </p:txBody>
      </p:sp>
    </p:spTree>
    <p:extLst>
      <p:ext uri="{BB962C8B-B14F-4D97-AF65-F5344CB8AC3E}">
        <p14:creationId xmlns:p14="http://schemas.microsoft.com/office/powerpoint/2010/main" val="4095870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2">
            <a:extLst>
              <a:ext uri="{FF2B5EF4-FFF2-40B4-BE49-F238E27FC236}">
                <a16:creationId xmlns:a16="http://schemas.microsoft.com/office/drawing/2014/main" id="{C6895CC9-8251-A085-4A7A-69648936C835}"/>
              </a:ext>
            </a:extLst>
          </p:cNvPr>
          <p:cNvSpPr txBox="1">
            <a:spLocks noChangeArrowheads="1"/>
          </p:cNvSpPr>
          <p:nvPr/>
        </p:nvSpPr>
        <p:spPr bwMode="auto">
          <a:xfrm>
            <a:off x="227014" y="1031429"/>
            <a:ext cx="11681173" cy="4989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kumimoji="1" sz="3200">
                <a:solidFill>
                  <a:srgbClr val="4D4D4D"/>
                </a:solidFill>
                <a:latin typeface="+mn-lt"/>
                <a:ea typeface="+mn-ea"/>
                <a:cs typeface="+mn-cs"/>
              </a:defRPr>
            </a:lvl1pPr>
            <a:lvl2pPr marL="742950" indent="-285750" algn="l" rtl="0" eaLnBrk="0" fontAlgn="base" hangingPunct="0">
              <a:spcBef>
                <a:spcPct val="20000"/>
              </a:spcBef>
              <a:spcAft>
                <a:spcPct val="0"/>
              </a:spcAft>
              <a:buChar char="–"/>
              <a:defRPr kumimoji="1" sz="2800">
                <a:solidFill>
                  <a:srgbClr val="4D4D4D"/>
                </a:solidFill>
                <a:latin typeface="+mn-lt"/>
                <a:ea typeface="+mn-ea"/>
              </a:defRPr>
            </a:lvl2pPr>
            <a:lvl3pPr marL="1143000" indent="-228600" algn="l" rtl="0" eaLnBrk="0" fontAlgn="base" hangingPunct="0">
              <a:spcBef>
                <a:spcPct val="20000"/>
              </a:spcBef>
              <a:spcAft>
                <a:spcPct val="0"/>
              </a:spcAft>
              <a:buChar char="•"/>
              <a:defRPr kumimoji="1" sz="2400">
                <a:solidFill>
                  <a:srgbClr val="4D4D4D"/>
                </a:solidFill>
                <a:latin typeface="+mn-lt"/>
                <a:ea typeface="+mn-ea"/>
              </a:defRPr>
            </a:lvl3pPr>
            <a:lvl4pPr marL="1600200" indent="-228600" algn="l" rtl="0" eaLnBrk="0" fontAlgn="base" hangingPunct="0">
              <a:spcBef>
                <a:spcPct val="20000"/>
              </a:spcBef>
              <a:spcAft>
                <a:spcPct val="0"/>
              </a:spcAft>
              <a:buChar char="–"/>
              <a:defRPr kumimoji="1" sz="2000">
                <a:solidFill>
                  <a:srgbClr val="4D4D4D"/>
                </a:solidFill>
                <a:latin typeface="+mn-lt"/>
                <a:ea typeface="+mn-ea"/>
              </a:defRPr>
            </a:lvl4pPr>
            <a:lvl5pPr marL="2057400" indent="-228600" algn="l" rtl="0" eaLnBrk="0" fontAlgn="base" hangingPunct="0">
              <a:spcBef>
                <a:spcPct val="20000"/>
              </a:spcBef>
              <a:spcAft>
                <a:spcPct val="0"/>
              </a:spcAft>
              <a:buChar char="»"/>
              <a:defRPr kumimoji="1" sz="2000">
                <a:solidFill>
                  <a:srgbClr val="4D4D4D"/>
                </a:solidFill>
                <a:latin typeface="+mn-lt"/>
                <a:ea typeface="+mn-ea"/>
              </a:defRPr>
            </a:lvl5pPr>
            <a:lvl6pPr marL="2514600" indent="-228600" algn="l" rtl="0" fontAlgn="base">
              <a:spcBef>
                <a:spcPct val="20000"/>
              </a:spcBef>
              <a:spcAft>
                <a:spcPct val="0"/>
              </a:spcAft>
              <a:buChar char="»"/>
              <a:defRPr kumimoji="1" sz="2000">
                <a:solidFill>
                  <a:srgbClr val="4D4D4D"/>
                </a:solidFill>
                <a:latin typeface="+mn-lt"/>
                <a:ea typeface="+mn-ea"/>
              </a:defRPr>
            </a:lvl6pPr>
            <a:lvl7pPr marL="2971800" indent="-228600" algn="l" rtl="0" fontAlgn="base">
              <a:spcBef>
                <a:spcPct val="20000"/>
              </a:spcBef>
              <a:spcAft>
                <a:spcPct val="0"/>
              </a:spcAft>
              <a:buChar char="»"/>
              <a:defRPr kumimoji="1" sz="2000">
                <a:solidFill>
                  <a:srgbClr val="4D4D4D"/>
                </a:solidFill>
                <a:latin typeface="+mn-lt"/>
                <a:ea typeface="+mn-ea"/>
              </a:defRPr>
            </a:lvl7pPr>
            <a:lvl8pPr marL="3429000" indent="-228600" algn="l" rtl="0" fontAlgn="base">
              <a:spcBef>
                <a:spcPct val="20000"/>
              </a:spcBef>
              <a:spcAft>
                <a:spcPct val="0"/>
              </a:spcAft>
              <a:buChar char="»"/>
              <a:defRPr kumimoji="1" sz="2000">
                <a:solidFill>
                  <a:srgbClr val="4D4D4D"/>
                </a:solidFill>
                <a:latin typeface="+mn-lt"/>
                <a:ea typeface="+mn-ea"/>
              </a:defRPr>
            </a:lvl8pPr>
            <a:lvl9pPr marL="3886200" indent="-228600" algn="l" rtl="0" fontAlgn="base">
              <a:spcBef>
                <a:spcPct val="20000"/>
              </a:spcBef>
              <a:spcAft>
                <a:spcPct val="0"/>
              </a:spcAft>
              <a:buChar char="»"/>
              <a:defRPr kumimoji="1" sz="2000">
                <a:solidFill>
                  <a:srgbClr val="4D4D4D"/>
                </a:solidFill>
                <a:latin typeface="+mn-lt"/>
                <a:ea typeface="+mn-ea"/>
              </a:defRPr>
            </a:lvl9pPr>
          </a:lstStyle>
          <a:p>
            <a:pPr eaLnBrk="1" hangingPunct="1">
              <a:lnSpc>
                <a:spcPct val="80000"/>
              </a:lnSpc>
              <a:defRPr/>
            </a:pPr>
            <a:r>
              <a:rPr lang="en-US" altLang="ja-JP" sz="2400" kern="0" dirty="0" err="1">
                <a:solidFill>
                  <a:srgbClr val="5F5F5F"/>
                </a:solidFill>
              </a:rPr>
              <a:t>ArmController</a:t>
            </a:r>
            <a:r>
              <a:rPr lang="ja-JP" altLang="en-US" sz="2400" kern="0" dirty="0">
                <a:solidFill>
                  <a:srgbClr val="5F5F5F"/>
                </a:solidFill>
              </a:rPr>
              <a:t>コンポーネントを起動する</a:t>
            </a:r>
            <a:endParaRPr lang="en-US" altLang="ja-JP" sz="2400" kern="0" dirty="0">
              <a:solidFill>
                <a:srgbClr val="5F5F5F"/>
              </a:solidFill>
            </a:endParaRPr>
          </a:p>
          <a:p>
            <a:pPr lvl="1" eaLnBrk="1" hangingPunct="1">
              <a:lnSpc>
                <a:spcPct val="80000"/>
              </a:lnSpc>
              <a:defRPr/>
            </a:pPr>
            <a:r>
              <a:rPr lang="en-US" altLang="ja-JP" sz="2000" kern="0" dirty="0" err="1">
                <a:solidFill>
                  <a:srgbClr val="5F5F5F"/>
                </a:solidFill>
              </a:rPr>
              <a:t>rtc.conf</a:t>
            </a:r>
            <a:r>
              <a:rPr lang="ja-JP" altLang="en-US" sz="2000" kern="0" dirty="0">
                <a:solidFill>
                  <a:srgbClr val="5F5F5F"/>
                </a:solidFill>
              </a:rPr>
              <a:t>というファイルを作成する</a:t>
            </a:r>
            <a:endParaRPr lang="en-US" altLang="ja-JP" sz="2000" kern="0" dirty="0">
              <a:solidFill>
                <a:srgbClr val="5F5F5F"/>
              </a:solidFill>
            </a:endParaRPr>
          </a:p>
          <a:p>
            <a:pPr lvl="1" eaLnBrk="1" hangingPunct="1">
              <a:lnSpc>
                <a:spcPct val="80000"/>
              </a:lnSpc>
              <a:defRPr/>
            </a:pPr>
            <a:r>
              <a:rPr lang="en-US" altLang="ja-JP" sz="2000" kern="0" dirty="0">
                <a:solidFill>
                  <a:srgbClr val="5F5F5F"/>
                </a:solidFill>
              </a:rPr>
              <a:t>ArmControllerComp.exe</a:t>
            </a:r>
            <a:r>
              <a:rPr lang="ja-JP" altLang="en-US" sz="2000" kern="0" dirty="0">
                <a:solidFill>
                  <a:srgbClr val="5F5F5F"/>
                </a:solidFill>
              </a:rPr>
              <a:t>を起動する</a:t>
            </a:r>
            <a:endParaRPr lang="en-US" altLang="ja-JP" sz="2000" kern="0" dirty="0">
              <a:solidFill>
                <a:srgbClr val="5F5F5F"/>
              </a:solidFill>
            </a:endParaRPr>
          </a:p>
        </p:txBody>
      </p:sp>
      <p:sp>
        <p:nvSpPr>
          <p:cNvPr id="2" name="タイトル 1">
            <a:extLst>
              <a:ext uri="{FF2B5EF4-FFF2-40B4-BE49-F238E27FC236}">
                <a16:creationId xmlns:a16="http://schemas.microsoft.com/office/drawing/2014/main" id="{463F169A-143B-14DF-C8C8-CA997F6FB5B4}"/>
              </a:ext>
            </a:extLst>
          </p:cNvPr>
          <p:cNvSpPr>
            <a:spLocks noGrp="1"/>
          </p:cNvSpPr>
          <p:nvPr>
            <p:ph type="title"/>
          </p:nvPr>
        </p:nvSpPr>
        <p:spPr/>
        <p:txBody>
          <a:bodyPr/>
          <a:lstStyle/>
          <a:p>
            <a:r>
              <a:rPr kumimoji="1" lang="en-US" altLang="ja-JP" dirty="0" err="1"/>
              <a:t>ArmController</a:t>
            </a:r>
            <a:r>
              <a:rPr kumimoji="1" lang="ja-JP" altLang="en-US" dirty="0"/>
              <a:t>コンポーネントの起動</a:t>
            </a:r>
          </a:p>
        </p:txBody>
      </p:sp>
      <p:pic>
        <p:nvPicPr>
          <p:cNvPr id="9" name="図 8">
            <a:extLst>
              <a:ext uri="{FF2B5EF4-FFF2-40B4-BE49-F238E27FC236}">
                <a16:creationId xmlns:a16="http://schemas.microsoft.com/office/drawing/2014/main" id="{2DACC9F8-4707-B66A-8B2A-20970B6DF1ED}"/>
              </a:ext>
            </a:extLst>
          </p:cNvPr>
          <p:cNvPicPr>
            <a:picLocks noChangeAspect="1"/>
          </p:cNvPicPr>
          <p:nvPr/>
        </p:nvPicPr>
        <p:blipFill>
          <a:blip r:embed="rId2"/>
          <a:stretch>
            <a:fillRect/>
          </a:stretch>
        </p:blipFill>
        <p:spPr>
          <a:xfrm>
            <a:off x="5207000" y="1992376"/>
            <a:ext cx="6840887" cy="4269229"/>
          </a:xfrm>
          <a:prstGeom prst="rect">
            <a:avLst/>
          </a:prstGeom>
        </p:spPr>
      </p:pic>
      <p:pic>
        <p:nvPicPr>
          <p:cNvPr id="11" name="図 10">
            <a:extLst>
              <a:ext uri="{FF2B5EF4-FFF2-40B4-BE49-F238E27FC236}">
                <a16:creationId xmlns:a16="http://schemas.microsoft.com/office/drawing/2014/main" id="{0B4E2927-FE9A-89C1-302E-58AB43247B4C}"/>
              </a:ext>
            </a:extLst>
          </p:cNvPr>
          <p:cNvPicPr>
            <a:picLocks noChangeAspect="1"/>
          </p:cNvPicPr>
          <p:nvPr/>
        </p:nvPicPr>
        <p:blipFill>
          <a:blip r:embed="rId3"/>
          <a:stretch>
            <a:fillRect/>
          </a:stretch>
        </p:blipFill>
        <p:spPr>
          <a:xfrm>
            <a:off x="283813" y="2020319"/>
            <a:ext cx="3589687" cy="2662087"/>
          </a:xfrm>
          <a:prstGeom prst="rect">
            <a:avLst/>
          </a:prstGeom>
        </p:spPr>
      </p:pic>
      <p:sp>
        <p:nvSpPr>
          <p:cNvPr id="13" name="吹き出し: 角を丸めた四角形 12">
            <a:extLst>
              <a:ext uri="{FF2B5EF4-FFF2-40B4-BE49-F238E27FC236}">
                <a16:creationId xmlns:a16="http://schemas.microsoft.com/office/drawing/2014/main" id="{75904E89-3678-01E3-A8FA-400406FC4F4B}"/>
              </a:ext>
            </a:extLst>
          </p:cNvPr>
          <p:cNvSpPr/>
          <p:nvPr/>
        </p:nvSpPr>
        <p:spPr bwMode="auto">
          <a:xfrm>
            <a:off x="106046" y="4555406"/>
            <a:ext cx="4633085" cy="909692"/>
          </a:xfrm>
          <a:prstGeom prst="wedgeRoundRectCallout">
            <a:avLst>
              <a:gd name="adj1" fmla="val 14338"/>
              <a:gd name="adj2" fmla="val -81356"/>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en-US" altLang="ja-JP" sz="1600" b="1" dirty="0">
                <a:latin typeface="+mn-ea"/>
                <a:cs typeface="メイリオ" pitchFamily="50" charset="-128"/>
              </a:rPr>
              <a:t>ArmControllerComp.exe</a:t>
            </a:r>
            <a:r>
              <a:rPr kumimoji="1" lang="ja-JP" altLang="en-US" sz="1600" b="1" dirty="0">
                <a:latin typeface="+mn-ea"/>
                <a:cs typeface="メイリオ" pitchFamily="50" charset="-128"/>
              </a:rPr>
              <a:t>のフォルダで右クリック→新規作成→テキストドキュメントで</a:t>
            </a:r>
            <a:r>
              <a:rPr kumimoji="1" lang="en-US" altLang="ja-JP" sz="1600" b="1" dirty="0" err="1">
                <a:solidFill>
                  <a:srgbClr val="FF0000"/>
                </a:solidFill>
                <a:latin typeface="+mn-ea"/>
                <a:cs typeface="メイリオ" pitchFamily="50" charset="-128"/>
              </a:rPr>
              <a:t>rtc.conf</a:t>
            </a:r>
            <a:r>
              <a:rPr kumimoji="1" lang="ja-JP" altLang="en-US" sz="1600" b="1" dirty="0">
                <a:latin typeface="+mn-ea"/>
                <a:cs typeface="メイリオ" pitchFamily="50" charset="-128"/>
              </a:rPr>
              <a:t>と言う名前のファイルを作成</a:t>
            </a:r>
            <a:endParaRPr kumimoji="1" lang="en-US" altLang="ja-JP" sz="1600" b="1" dirty="0">
              <a:latin typeface="+mn-ea"/>
              <a:cs typeface="メイリオ" pitchFamily="50" charset="-128"/>
            </a:endParaRPr>
          </a:p>
        </p:txBody>
      </p:sp>
      <p:pic>
        <p:nvPicPr>
          <p:cNvPr id="15" name="図 14">
            <a:extLst>
              <a:ext uri="{FF2B5EF4-FFF2-40B4-BE49-F238E27FC236}">
                <a16:creationId xmlns:a16="http://schemas.microsoft.com/office/drawing/2014/main" id="{4BBF780E-B2E9-35F6-9379-15EABA7455DF}"/>
              </a:ext>
            </a:extLst>
          </p:cNvPr>
          <p:cNvPicPr>
            <a:picLocks noChangeAspect="1"/>
          </p:cNvPicPr>
          <p:nvPr/>
        </p:nvPicPr>
        <p:blipFill>
          <a:blip r:embed="rId4"/>
          <a:stretch>
            <a:fillRect/>
          </a:stretch>
        </p:blipFill>
        <p:spPr>
          <a:xfrm>
            <a:off x="106046" y="5616515"/>
            <a:ext cx="4725837" cy="324181"/>
          </a:xfrm>
          <a:prstGeom prst="rect">
            <a:avLst/>
          </a:prstGeom>
        </p:spPr>
      </p:pic>
      <p:sp>
        <p:nvSpPr>
          <p:cNvPr id="16" name="吹き出し: 角を丸めた四角形 15">
            <a:extLst>
              <a:ext uri="{FF2B5EF4-FFF2-40B4-BE49-F238E27FC236}">
                <a16:creationId xmlns:a16="http://schemas.microsoft.com/office/drawing/2014/main" id="{FBE790C5-5213-719D-9A1C-47744DAAE85B}"/>
              </a:ext>
            </a:extLst>
          </p:cNvPr>
          <p:cNvSpPr/>
          <p:nvPr/>
        </p:nvSpPr>
        <p:spPr bwMode="auto">
          <a:xfrm>
            <a:off x="25400" y="6041312"/>
            <a:ext cx="5067300" cy="758275"/>
          </a:xfrm>
          <a:prstGeom prst="wedgeRoundRectCallout">
            <a:avLst>
              <a:gd name="adj1" fmla="val 14839"/>
              <a:gd name="adj2" fmla="val -69632"/>
              <a:gd name="adj3" fmla="val 16667"/>
            </a:avLst>
          </a:prstGeom>
          <a:solidFill>
            <a:schemeClr val="bg1"/>
          </a:solidFill>
          <a:ln w="6350">
            <a:solidFill>
              <a:schemeClr val="tx1"/>
            </a:solidFill>
          </a:ln>
        </p:spPr>
        <p:txBody>
          <a:bodyPr wrap="square" lIns="0" tIns="0" rIns="0" bIns="0" rtlCol="0" anchor="ctr">
            <a:noAutofit/>
          </a:bodyPr>
          <a:lstStyle/>
          <a:p>
            <a:pPr marL="285750" indent="-285750" eaLnBrk="1" hangingPunct="1">
              <a:buClr>
                <a:srgbClr val="000000"/>
              </a:buClr>
              <a:buSzPct val="100000"/>
              <a:buFont typeface="Arial" panose="020B0604020202020204" pitchFamily="34" charset="0"/>
              <a:buChar char="•"/>
            </a:pPr>
            <a:r>
              <a:rPr kumimoji="1" lang="en-US" altLang="ja-JP" sz="1600" b="1" dirty="0" err="1">
                <a:latin typeface="+mn-ea"/>
                <a:cs typeface="メイリオ" pitchFamily="50" charset="-128"/>
              </a:rPr>
              <a:t>rtc.conf</a:t>
            </a:r>
            <a:r>
              <a:rPr kumimoji="1" lang="ja-JP" altLang="en-US" sz="1600" b="1" dirty="0">
                <a:latin typeface="+mn-ea"/>
                <a:cs typeface="メイリオ" pitchFamily="50" charset="-128"/>
              </a:rPr>
              <a:t>をメモ帳などで開いて、この</a:t>
            </a:r>
            <a:r>
              <a:rPr kumimoji="1" lang="en-US" altLang="ja-JP" sz="1600" b="1" dirty="0">
                <a:latin typeface="+mn-ea"/>
                <a:cs typeface="メイリオ" pitchFamily="50" charset="-128"/>
              </a:rPr>
              <a:t>1</a:t>
            </a:r>
            <a:r>
              <a:rPr kumimoji="1" lang="ja-JP" altLang="en-US" sz="1600" b="1" dirty="0">
                <a:latin typeface="+mn-ea"/>
                <a:cs typeface="メイリオ" pitchFamily="50" charset="-128"/>
              </a:rPr>
              <a:t>行だけ追加</a:t>
            </a:r>
            <a:endParaRPr kumimoji="1" lang="en-US" altLang="ja-JP" sz="1600" b="1" dirty="0">
              <a:latin typeface="+mn-ea"/>
              <a:cs typeface="メイリオ" pitchFamily="50" charset="-128"/>
            </a:endParaRPr>
          </a:p>
          <a:p>
            <a:pPr marL="285750" indent="-285750" eaLnBrk="1" hangingPunct="1">
              <a:buClr>
                <a:srgbClr val="000000"/>
              </a:buClr>
              <a:buSzPct val="100000"/>
              <a:buFont typeface="Arial" panose="020B0604020202020204" pitchFamily="34" charset="0"/>
              <a:buChar char="•"/>
            </a:pPr>
            <a:r>
              <a:rPr kumimoji="1" lang="ja-JP" altLang="en-US" sz="1600" b="1" dirty="0">
                <a:latin typeface="+mn-ea"/>
                <a:cs typeface="メイリオ" pitchFamily="50" charset="-128"/>
              </a:rPr>
              <a:t>コマンド終了まで処理が戻らないため、通信がタイムアウトしないように設定する</a:t>
            </a:r>
            <a:endParaRPr kumimoji="1" lang="en-US" altLang="ja-JP" sz="1600" b="1" dirty="0">
              <a:latin typeface="+mn-ea"/>
              <a:cs typeface="メイリオ" pitchFamily="50" charset="-128"/>
            </a:endParaRPr>
          </a:p>
        </p:txBody>
      </p:sp>
      <p:sp>
        <p:nvSpPr>
          <p:cNvPr id="17" name="正方形/長方形 16">
            <a:extLst>
              <a:ext uri="{FF2B5EF4-FFF2-40B4-BE49-F238E27FC236}">
                <a16:creationId xmlns:a16="http://schemas.microsoft.com/office/drawing/2014/main" id="{D14DE299-AB0A-EB1D-A223-4926F880413C}"/>
              </a:ext>
            </a:extLst>
          </p:cNvPr>
          <p:cNvSpPr/>
          <p:nvPr/>
        </p:nvSpPr>
        <p:spPr bwMode="auto">
          <a:xfrm>
            <a:off x="6146800" y="3428999"/>
            <a:ext cx="1054100" cy="19050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18" name="吹き出し: 角を丸めた四角形 17">
            <a:extLst>
              <a:ext uri="{FF2B5EF4-FFF2-40B4-BE49-F238E27FC236}">
                <a16:creationId xmlns:a16="http://schemas.microsoft.com/office/drawing/2014/main" id="{6CF90D2C-BF1D-5DEF-9C7B-B79D8D533846}"/>
              </a:ext>
            </a:extLst>
          </p:cNvPr>
          <p:cNvSpPr/>
          <p:nvPr/>
        </p:nvSpPr>
        <p:spPr bwMode="auto">
          <a:xfrm>
            <a:off x="6738557" y="2719400"/>
            <a:ext cx="4633085" cy="458252"/>
          </a:xfrm>
          <a:prstGeom prst="wedgeRoundRectCallout">
            <a:avLst>
              <a:gd name="adj1" fmla="val -34455"/>
              <a:gd name="adj2" fmla="val 84928"/>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en-US" altLang="ja-JP" sz="1600" b="1" dirty="0">
                <a:latin typeface="+mn-ea"/>
                <a:cs typeface="メイリオ" pitchFamily="50" charset="-128"/>
              </a:rPr>
              <a:t>ArmControllerComp.exe</a:t>
            </a:r>
            <a:r>
              <a:rPr kumimoji="1" lang="ja-JP" altLang="en-US" sz="1600" b="1" dirty="0">
                <a:latin typeface="+mn-ea"/>
                <a:cs typeface="メイリオ" pitchFamily="50" charset="-128"/>
              </a:rPr>
              <a:t>をダブルクリック</a:t>
            </a:r>
            <a:endParaRPr kumimoji="1" lang="en-US" altLang="ja-JP" sz="1600" b="1" dirty="0">
              <a:latin typeface="+mn-ea"/>
              <a:cs typeface="メイリオ" pitchFamily="50" charset="-128"/>
            </a:endParaRPr>
          </a:p>
        </p:txBody>
      </p:sp>
    </p:spTree>
    <p:extLst>
      <p:ext uri="{BB962C8B-B14F-4D97-AF65-F5344CB8AC3E}">
        <p14:creationId xmlns:p14="http://schemas.microsoft.com/office/powerpoint/2010/main" val="763457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2FDABE-536A-F10A-4457-21D9AC17411F}"/>
              </a:ext>
            </a:extLst>
          </p:cNvPr>
          <p:cNvSpPr>
            <a:spLocks noGrp="1"/>
          </p:cNvSpPr>
          <p:nvPr>
            <p:ph type="title"/>
          </p:nvPr>
        </p:nvSpPr>
        <p:spPr/>
        <p:txBody>
          <a:bodyPr/>
          <a:lstStyle/>
          <a:p>
            <a:r>
              <a:rPr kumimoji="1" lang="ja-JP" altLang="en-US" dirty="0"/>
              <a:t>動作確認</a:t>
            </a:r>
          </a:p>
        </p:txBody>
      </p:sp>
      <p:pic>
        <p:nvPicPr>
          <p:cNvPr id="4" name="図 3">
            <a:extLst>
              <a:ext uri="{FF2B5EF4-FFF2-40B4-BE49-F238E27FC236}">
                <a16:creationId xmlns:a16="http://schemas.microsoft.com/office/drawing/2014/main" id="{5384D6A1-8B08-16B3-D7AA-ED60C3E95CF8}"/>
              </a:ext>
            </a:extLst>
          </p:cNvPr>
          <p:cNvPicPr>
            <a:picLocks noChangeAspect="1"/>
          </p:cNvPicPr>
          <p:nvPr/>
        </p:nvPicPr>
        <p:blipFill>
          <a:blip r:embed="rId2"/>
          <a:stretch>
            <a:fillRect/>
          </a:stretch>
        </p:blipFill>
        <p:spPr>
          <a:xfrm>
            <a:off x="2549127" y="887896"/>
            <a:ext cx="6219551" cy="5970104"/>
          </a:xfrm>
          <a:prstGeom prst="rect">
            <a:avLst/>
          </a:prstGeom>
        </p:spPr>
      </p:pic>
      <p:sp>
        <p:nvSpPr>
          <p:cNvPr id="3" name="正方形/長方形 2">
            <a:extLst>
              <a:ext uri="{FF2B5EF4-FFF2-40B4-BE49-F238E27FC236}">
                <a16:creationId xmlns:a16="http://schemas.microsoft.com/office/drawing/2014/main" id="{6C3B9F1A-5B13-BDA9-728B-DF78A13F508E}"/>
              </a:ext>
            </a:extLst>
          </p:cNvPr>
          <p:cNvSpPr/>
          <p:nvPr/>
        </p:nvSpPr>
        <p:spPr bwMode="auto">
          <a:xfrm>
            <a:off x="3848100" y="1155699"/>
            <a:ext cx="215900" cy="20320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7" name="正方形/長方形 6">
            <a:extLst>
              <a:ext uri="{FF2B5EF4-FFF2-40B4-BE49-F238E27FC236}">
                <a16:creationId xmlns:a16="http://schemas.microsoft.com/office/drawing/2014/main" id="{662348FC-7031-C0F2-1185-0B6C8FA5281B}"/>
              </a:ext>
            </a:extLst>
          </p:cNvPr>
          <p:cNvSpPr/>
          <p:nvPr/>
        </p:nvSpPr>
        <p:spPr bwMode="auto">
          <a:xfrm>
            <a:off x="8242300" y="4889499"/>
            <a:ext cx="431800" cy="254001"/>
          </a:xfrm>
          <a:prstGeom prst="rect">
            <a:avLst/>
          </a:prstGeom>
          <a:noFill/>
          <a:ln w="38100">
            <a:solidFill>
              <a:srgbClr val="FF0000"/>
            </a:solidFill>
          </a:ln>
        </p:spPr>
        <p:txBody>
          <a:bodyPr wrap="square" lIns="0" tIns="0" rIns="0" bIns="0" rtlCol="0" anchor="ctr">
            <a:noAutofit/>
          </a:bodyPr>
          <a:lstStyle/>
          <a:p>
            <a:pPr algn="l" eaLnBrk="1" hangingPunct="1">
              <a:buClr>
                <a:srgbClr val="000000"/>
              </a:buClr>
              <a:buSzPct val="100000"/>
              <a:buFont typeface="Times New Roman" pitchFamily="18" charset="0"/>
              <a:buNone/>
            </a:pPr>
            <a:endParaRPr kumimoji="1" lang="ja-JP" altLang="en-US" sz="1200" b="1" dirty="0">
              <a:latin typeface="+mn-ea"/>
              <a:cs typeface="メイリオ" pitchFamily="50" charset="-128"/>
            </a:endParaRPr>
          </a:p>
        </p:txBody>
      </p:sp>
      <p:sp>
        <p:nvSpPr>
          <p:cNvPr id="8" name="吹き出し: 角を丸めた四角形 7">
            <a:extLst>
              <a:ext uri="{FF2B5EF4-FFF2-40B4-BE49-F238E27FC236}">
                <a16:creationId xmlns:a16="http://schemas.microsoft.com/office/drawing/2014/main" id="{6BEA8501-8E42-1EDE-3944-CCF66322AB6F}"/>
              </a:ext>
            </a:extLst>
          </p:cNvPr>
          <p:cNvSpPr/>
          <p:nvPr/>
        </p:nvSpPr>
        <p:spPr bwMode="auto">
          <a:xfrm>
            <a:off x="952500" y="2743912"/>
            <a:ext cx="3907599" cy="909692"/>
          </a:xfrm>
          <a:prstGeom prst="wedgeRoundRectCallout">
            <a:avLst>
              <a:gd name="adj1" fmla="val 69231"/>
              <a:gd name="adj2" fmla="val -19928"/>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①</a:t>
            </a:r>
            <a:r>
              <a:rPr kumimoji="1" lang="en-US" altLang="ja-JP" sz="1600" b="1" dirty="0" err="1">
                <a:latin typeface="+mn-ea"/>
                <a:cs typeface="メイリオ" pitchFamily="50" charset="-128"/>
              </a:rPr>
              <a:t>SystemEditor</a:t>
            </a:r>
            <a:r>
              <a:rPr kumimoji="1" lang="ja-JP" altLang="en-US" sz="1600" b="1" dirty="0">
                <a:latin typeface="+mn-ea"/>
                <a:cs typeface="メイリオ" pitchFamily="50" charset="-128"/>
              </a:rPr>
              <a:t>上で</a:t>
            </a:r>
            <a:r>
              <a:rPr kumimoji="1" lang="en-US" altLang="ja-JP" sz="1600" b="1" dirty="0">
                <a:latin typeface="+mn-ea"/>
                <a:cs typeface="メイリオ" pitchFamily="50" charset="-128"/>
              </a:rPr>
              <a:t>ArmController0</a:t>
            </a:r>
            <a:r>
              <a:rPr kumimoji="1" lang="ja-JP" altLang="en-US" sz="1600" b="1" dirty="0">
                <a:latin typeface="+mn-ea"/>
                <a:cs typeface="メイリオ" pitchFamily="50" charset="-128"/>
              </a:rPr>
              <a:t>と</a:t>
            </a:r>
            <a:r>
              <a:rPr kumimoji="1" lang="en-US" altLang="ja-JP" sz="1600" b="1" dirty="0">
                <a:latin typeface="+mn-ea"/>
                <a:cs typeface="メイリオ" pitchFamily="50" charset="-128"/>
              </a:rPr>
              <a:t>myCobot0</a:t>
            </a:r>
            <a:r>
              <a:rPr kumimoji="1" lang="ja-JP" altLang="en-US" sz="1600" b="1" dirty="0">
                <a:latin typeface="+mn-ea"/>
                <a:cs typeface="メイリオ" pitchFamily="50" charset="-128"/>
              </a:rPr>
              <a:t>の</a:t>
            </a:r>
            <a:r>
              <a:rPr kumimoji="1" lang="en-US" altLang="ja-JP" sz="1600" b="1" dirty="0">
                <a:latin typeface="+mn-ea"/>
                <a:cs typeface="メイリオ" pitchFamily="50" charset="-128"/>
              </a:rPr>
              <a:t>middle</a:t>
            </a:r>
            <a:r>
              <a:rPr kumimoji="1" lang="ja-JP" altLang="en-US" sz="1600" b="1" dirty="0">
                <a:latin typeface="+mn-ea"/>
                <a:cs typeface="メイリオ" pitchFamily="50" charset="-128"/>
              </a:rPr>
              <a:t>ポート同士、</a:t>
            </a:r>
            <a:r>
              <a:rPr kumimoji="1" lang="en-US" altLang="ja-JP" sz="1600" b="1" dirty="0">
                <a:latin typeface="+mn-ea"/>
                <a:cs typeface="メイリオ" pitchFamily="50" charset="-128"/>
              </a:rPr>
              <a:t>common</a:t>
            </a:r>
            <a:r>
              <a:rPr kumimoji="1" lang="ja-JP" altLang="en-US" sz="1600" b="1" dirty="0">
                <a:latin typeface="+mn-ea"/>
                <a:cs typeface="メイリオ" pitchFamily="50" charset="-128"/>
              </a:rPr>
              <a:t>ポート同士を接続する</a:t>
            </a:r>
            <a:endParaRPr kumimoji="1" lang="en-US" altLang="ja-JP" sz="1600" b="1" dirty="0">
              <a:latin typeface="+mn-ea"/>
              <a:cs typeface="メイリオ" pitchFamily="50" charset="-128"/>
            </a:endParaRPr>
          </a:p>
        </p:txBody>
      </p:sp>
      <p:sp>
        <p:nvSpPr>
          <p:cNvPr id="9" name="吹き出し: 角を丸めた四角形 8">
            <a:extLst>
              <a:ext uri="{FF2B5EF4-FFF2-40B4-BE49-F238E27FC236}">
                <a16:creationId xmlns:a16="http://schemas.microsoft.com/office/drawing/2014/main" id="{E7B2667F-9467-5F5E-E30C-710D97B39E99}"/>
              </a:ext>
            </a:extLst>
          </p:cNvPr>
          <p:cNvSpPr/>
          <p:nvPr/>
        </p:nvSpPr>
        <p:spPr bwMode="auto">
          <a:xfrm>
            <a:off x="4334701" y="1054812"/>
            <a:ext cx="3247199" cy="454846"/>
          </a:xfrm>
          <a:prstGeom prst="wedgeRoundRectCallout">
            <a:avLst>
              <a:gd name="adj1" fmla="val -55897"/>
              <a:gd name="adj2" fmla="val 240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②</a:t>
            </a:r>
            <a:r>
              <a:rPr kumimoji="1" lang="en-US" altLang="ja-JP" sz="1600" b="1" dirty="0">
                <a:latin typeface="+mn-ea"/>
                <a:cs typeface="メイリオ" pitchFamily="50" charset="-128"/>
              </a:rPr>
              <a:t>RTC</a:t>
            </a:r>
            <a:r>
              <a:rPr kumimoji="1" lang="ja-JP" altLang="en-US" sz="1600" b="1" dirty="0">
                <a:latin typeface="+mn-ea"/>
                <a:cs typeface="メイリオ" pitchFamily="50" charset="-128"/>
              </a:rPr>
              <a:t>をアクティブ化する</a:t>
            </a:r>
            <a:endParaRPr kumimoji="1" lang="en-US" altLang="ja-JP" sz="1600" b="1" dirty="0">
              <a:latin typeface="+mn-ea"/>
              <a:cs typeface="メイリオ" pitchFamily="50" charset="-128"/>
            </a:endParaRPr>
          </a:p>
        </p:txBody>
      </p:sp>
      <p:sp>
        <p:nvSpPr>
          <p:cNvPr id="10" name="吹き出し: 角を丸めた四角形 9">
            <a:extLst>
              <a:ext uri="{FF2B5EF4-FFF2-40B4-BE49-F238E27FC236}">
                <a16:creationId xmlns:a16="http://schemas.microsoft.com/office/drawing/2014/main" id="{F678EFAF-769D-4AA7-2B38-A4C7778BBD64}"/>
              </a:ext>
            </a:extLst>
          </p:cNvPr>
          <p:cNvSpPr/>
          <p:nvPr/>
        </p:nvSpPr>
        <p:spPr bwMode="auto">
          <a:xfrm>
            <a:off x="7118106" y="1841723"/>
            <a:ext cx="4083294" cy="454846"/>
          </a:xfrm>
          <a:prstGeom prst="wedgeRoundRectCallout">
            <a:avLst>
              <a:gd name="adj1" fmla="val -55897"/>
              <a:gd name="adj2" fmla="val 2409"/>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③</a:t>
            </a:r>
            <a:r>
              <a:rPr kumimoji="1" lang="en-US" altLang="ja-JP" sz="1600" b="1" dirty="0">
                <a:latin typeface="+mn-ea"/>
                <a:cs typeface="メイリオ" pitchFamily="50" charset="-128"/>
              </a:rPr>
              <a:t>ArmController0</a:t>
            </a:r>
            <a:r>
              <a:rPr kumimoji="1" lang="ja-JP" altLang="en-US" sz="1600" b="1" dirty="0">
                <a:latin typeface="+mn-ea"/>
                <a:cs typeface="メイリオ" pitchFamily="50" charset="-128"/>
              </a:rPr>
              <a:t>をクリックして選択する</a:t>
            </a:r>
            <a:endParaRPr kumimoji="1" lang="en-US" altLang="ja-JP" sz="1600" b="1" dirty="0">
              <a:latin typeface="+mn-ea"/>
              <a:cs typeface="メイリオ" pitchFamily="50" charset="-128"/>
            </a:endParaRPr>
          </a:p>
        </p:txBody>
      </p:sp>
      <p:sp>
        <p:nvSpPr>
          <p:cNvPr id="11" name="吹き出し: 角を丸めた四角形 10">
            <a:extLst>
              <a:ext uri="{FF2B5EF4-FFF2-40B4-BE49-F238E27FC236}">
                <a16:creationId xmlns:a16="http://schemas.microsoft.com/office/drawing/2014/main" id="{FEA35385-DDEB-4CDF-773F-85AA586DD694}"/>
              </a:ext>
            </a:extLst>
          </p:cNvPr>
          <p:cNvSpPr/>
          <p:nvPr/>
        </p:nvSpPr>
        <p:spPr bwMode="auto">
          <a:xfrm>
            <a:off x="7118106" y="4268621"/>
            <a:ext cx="4083294" cy="454846"/>
          </a:xfrm>
          <a:prstGeom prst="wedgeRoundRectCallout">
            <a:avLst>
              <a:gd name="adj1" fmla="val -31015"/>
              <a:gd name="adj2" fmla="val 77797"/>
              <a:gd name="adj3" fmla="val 16667"/>
            </a:avLst>
          </a:prstGeom>
          <a:solidFill>
            <a:schemeClr val="bg1"/>
          </a:solidFill>
          <a:ln w="6350">
            <a:solidFill>
              <a:schemeClr val="tx1"/>
            </a:solidFill>
          </a:ln>
        </p:spPr>
        <p:txBody>
          <a:bodyPr wrap="square" lIns="0" tIns="0" rIns="0" bIns="0" rtlCol="0" anchor="ctr">
            <a:noAutofit/>
          </a:bodyPr>
          <a:lstStyle/>
          <a:p>
            <a:pPr algn="ctr" eaLnBrk="1" hangingPunct="1">
              <a:buClr>
                <a:srgbClr val="000000"/>
              </a:buClr>
              <a:buSzPct val="100000"/>
            </a:pPr>
            <a:r>
              <a:rPr kumimoji="1" lang="ja-JP" altLang="en-US" sz="1600" b="1" dirty="0">
                <a:latin typeface="+mn-ea"/>
                <a:cs typeface="メイリオ" pitchFamily="50" charset="-128"/>
              </a:rPr>
              <a:t>④コンフィギュレーションパラメータを変更後、適用ボタンを押す</a:t>
            </a:r>
            <a:endParaRPr kumimoji="1" lang="en-US" altLang="ja-JP" sz="1600" b="1" dirty="0">
              <a:latin typeface="+mn-ea"/>
              <a:cs typeface="メイリオ" pitchFamily="50" charset="-128"/>
            </a:endParaRPr>
          </a:p>
        </p:txBody>
      </p:sp>
    </p:spTree>
    <p:extLst>
      <p:ext uri="{BB962C8B-B14F-4D97-AF65-F5344CB8AC3E}">
        <p14:creationId xmlns:p14="http://schemas.microsoft.com/office/powerpoint/2010/main" val="3260814636"/>
      </p:ext>
    </p:extLst>
  </p:cSld>
  <p:clrMapOvr>
    <a:masterClrMapping/>
  </p:clrMapOvr>
</p:sld>
</file>

<file path=ppt/theme/theme1.xml><?xml version="1.0" encoding="utf-8"?>
<a:theme xmlns:a="http://schemas.openxmlformats.org/drawingml/2006/main" name="5_デザインの設定">
  <a:themeElements>
    <a:clrScheme name="IST_FIX">
      <a:dk1>
        <a:srgbClr val="000000"/>
      </a:dk1>
      <a:lt1>
        <a:srgbClr val="FFFFFF"/>
      </a:lt1>
      <a:dk2>
        <a:srgbClr val="4D4D4D"/>
      </a:dk2>
      <a:lt2>
        <a:srgbClr val="EBEBEB"/>
      </a:lt2>
      <a:accent1>
        <a:srgbClr val="CF0027"/>
      </a:accent1>
      <a:accent2>
        <a:srgbClr val="E39431"/>
      </a:accent2>
      <a:accent3>
        <a:srgbClr val="228573"/>
      </a:accent3>
      <a:accent4>
        <a:srgbClr val="0077C0"/>
      </a:accent4>
      <a:accent5>
        <a:srgbClr val="73478F"/>
      </a:accent5>
      <a:accent6>
        <a:srgbClr val="A5A5A5"/>
      </a:accent6>
      <a:hlink>
        <a:srgbClr val="4D4D4D"/>
      </a:hlink>
      <a:folHlink>
        <a:srgbClr val="A5A5A5"/>
      </a:folHlink>
    </a:clrScheme>
    <a:fontScheme name="ITC">
      <a:majorFont>
        <a:latin typeface="游ゴシック"/>
        <a:ea typeface="游ゴシック"/>
        <a:cs typeface=""/>
      </a:majorFont>
      <a:minorFont>
        <a:latin typeface="游ゴシック"/>
        <a:ea typeface="游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bg1"/>
        </a:solidFill>
        <a:ln w="6350">
          <a:solidFill>
            <a:schemeClr val="accent1"/>
          </a:solidFill>
        </a:ln>
      </a:spPr>
      <a:bodyPr wrap="square" lIns="0" tIns="0" rIns="0" bIns="0" rtlCol="0" anchor="ctr">
        <a:noAutofit/>
      </a:bodyPr>
      <a:lstStyle>
        <a:defPPr algn="l" eaLnBrk="1" hangingPunct="1">
          <a:buClr>
            <a:srgbClr val="000000"/>
          </a:buClr>
          <a:buSzPct val="100000"/>
          <a:buFont typeface="Times New Roman" pitchFamily="18" charset="0"/>
          <a:buNone/>
          <a:defRPr kumimoji="1" sz="1200" b="1" dirty="0" smtClean="0">
            <a:latin typeface="+mn-ea"/>
            <a:cs typeface="メイリオ" pitchFamily="50" charset="-128"/>
          </a:defRPr>
        </a:defPPr>
      </a:lstStyle>
    </a:spDef>
    <a:txDef>
      <a:spPr/>
      <a:bodyPr vert="horz" lIns="0" tIns="0" rIns="0" bIns="0" rtlCol="0">
        <a:spAutoFit/>
      </a:bodyPr>
      <a:lstStyle>
        <a:defPPr marL="0" indent="0" algn="l">
          <a:lnSpc>
            <a:spcPct val="120000"/>
          </a:lnSpc>
          <a:spcAft>
            <a:spcPts val="300"/>
          </a:spcAft>
          <a:buNone/>
          <a:defRPr sz="2000" dirty="0" smtClean="0"/>
        </a:defPPr>
      </a:lstStyle>
    </a:txDef>
  </a:objectDefaults>
  <a:extraClrSchemeLst/>
  <a:extLst>
    <a:ext uri="{05A4C25C-085E-4340-85A3-A5531E510DB2}">
      <thm15:themeFamily xmlns:thm15="http://schemas.microsoft.com/office/thememl/2012/main" name="プレゼンテーション1" id="{95D8A979-3D57-49CA-98BD-F19F1570F0CD}" vid="{514FA32E-4EB8-48D9-BC1D-C8F3A0424DC7}"/>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e620aca-78d7-4589-8960-2248daf4955f" xsi:nil="true"/>
    <lcf76f155ced4ddcb4097134ff3c332f xmlns="0d900cc1-ddd5-40fb-b0ac-7fc219749d1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99D14EEE581BE40B6A561E19374A284" ma:contentTypeVersion="12" ma:contentTypeDescription="新しいドキュメントを作成します。" ma:contentTypeScope="" ma:versionID="3e2132a64e29ed0cf1a4159ed8fda5f4">
  <xsd:schema xmlns:xsd="http://www.w3.org/2001/XMLSchema" xmlns:xs="http://www.w3.org/2001/XMLSchema" xmlns:p="http://schemas.microsoft.com/office/2006/metadata/properties" xmlns:ns2="0d900cc1-ddd5-40fb-b0ac-7fc219749d12" xmlns:ns3="2e620aca-78d7-4589-8960-2248daf4955f" targetNamespace="http://schemas.microsoft.com/office/2006/metadata/properties" ma:root="true" ma:fieldsID="6ecbb0df3508c79e3ee15ef7062d515a" ns2:_="" ns3:_="">
    <xsd:import namespace="0d900cc1-ddd5-40fb-b0ac-7fc219749d12"/>
    <xsd:import namespace="2e620aca-78d7-4589-8960-2248daf495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00cc1-ddd5-40fb-b0ac-7fc219749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画像タグ" ma:readOnly="false" ma:fieldId="{5cf76f15-5ced-4ddc-b409-7134ff3c332f}" ma:taxonomyMulti="true" ma:sspId="2efd359d-3c5a-4c81-9434-f8d76cbcb65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e620aca-78d7-4589-8960-2248daf4955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9a6f06d5-2163-4a5f-82a5-f2ebf2ff7664}" ma:internalName="TaxCatchAll" ma:showField="CatchAllData" ma:web="2e620aca-78d7-4589-8960-2248daf4955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1A28D2-8543-4032-94BA-33C2E15A7F5D}">
  <ds:schemaRefs>
    <ds:schemaRef ds:uri="http://schemas.microsoft.com/sharepoint/v3/contenttype/forms"/>
  </ds:schemaRefs>
</ds:datastoreItem>
</file>

<file path=customXml/itemProps2.xml><?xml version="1.0" encoding="utf-8"?>
<ds:datastoreItem xmlns:ds="http://schemas.openxmlformats.org/officeDocument/2006/customXml" ds:itemID="{B18778CD-882A-490E-A802-A2894109466C}">
  <ds:schemaRefs>
    <ds:schemaRef ds:uri="http://schemas.microsoft.com/office/2006/metadata/properties"/>
    <ds:schemaRef ds:uri="http://schemas.microsoft.com/office/2006/documentManagement/types"/>
    <ds:schemaRef ds:uri="http://www.w3.org/XML/1998/namespace"/>
    <ds:schemaRef ds:uri="http://purl.org/dc/elements/1.1/"/>
    <ds:schemaRef ds:uri="http://purl.org/dc/dcmitype/"/>
    <ds:schemaRef ds:uri="2e620aca-78d7-4589-8960-2248daf4955f"/>
    <ds:schemaRef ds:uri="http://schemas.microsoft.com/office/infopath/2007/PartnerControls"/>
    <ds:schemaRef ds:uri="http://schemas.openxmlformats.org/package/2006/metadata/core-properties"/>
    <ds:schemaRef ds:uri="0d900cc1-ddd5-40fb-b0ac-7fc219749d12"/>
    <ds:schemaRef ds:uri="http://purl.org/dc/terms/"/>
  </ds:schemaRefs>
</ds:datastoreItem>
</file>

<file path=customXml/itemProps3.xml><?xml version="1.0" encoding="utf-8"?>
<ds:datastoreItem xmlns:ds="http://schemas.openxmlformats.org/officeDocument/2006/customXml" ds:itemID="{5B8AF1A6-AD73-4C04-AB00-A3661FCE907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900cc1-ddd5-40fb-b0ac-7fc219749d12"/>
    <ds:schemaRef ds:uri="2e620aca-78d7-4589-8960-2248daf495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dc55989-3c9e-4466-8514-eac6f80f6373}" enabled="1" method="Privileged" siteId="{18a7fec8-652f-409b-8369-272d9ce80620}" contentBits="0" removed="0"/>
</clbl:labelList>
</file>

<file path=docProps/app.xml><?xml version="1.0" encoding="utf-8"?>
<Properties xmlns="http://schemas.openxmlformats.org/officeDocument/2006/extended-properties" xmlns:vt="http://schemas.openxmlformats.org/officeDocument/2006/docPropsVTypes">
  <Template>Office Theme</Template>
  <TotalTime>7395</TotalTime>
  <Words>1125</Words>
  <Application>Microsoft Office PowerPoint</Application>
  <PresentationFormat>ワイド画面</PresentationFormat>
  <Paragraphs>178</Paragraphs>
  <Slides>25</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25</vt:i4>
      </vt:variant>
    </vt:vector>
  </HeadingPairs>
  <TitlesOfParts>
    <vt:vector size="29" baseType="lpstr">
      <vt:lpstr>游ゴシック</vt:lpstr>
      <vt:lpstr>Arial</vt:lpstr>
      <vt:lpstr>Times New Roman</vt:lpstr>
      <vt:lpstr>5_デザインの設定</vt:lpstr>
      <vt:lpstr>サービスポート入門</vt:lpstr>
      <vt:lpstr>資料</vt:lpstr>
      <vt:lpstr>サービスポート</vt:lpstr>
      <vt:lpstr>サービスポート</vt:lpstr>
      <vt:lpstr>Choreonoid</vt:lpstr>
      <vt:lpstr>実習内容</vt:lpstr>
      <vt:lpstr>ArmControllerコンポーネントの作成</vt:lpstr>
      <vt:lpstr>コンフィギュレーションの設定</vt:lpstr>
      <vt:lpstr>サービスポートの設定</vt:lpstr>
      <vt:lpstr>サービスポートの設定</vt:lpstr>
      <vt:lpstr>サービスポートの設定</vt:lpstr>
      <vt:lpstr>実行ファイルの生成</vt:lpstr>
      <vt:lpstr>コード編集</vt:lpstr>
      <vt:lpstr>コード編集</vt:lpstr>
      <vt:lpstr>Choreonoidの起動</vt:lpstr>
      <vt:lpstr>RTCアイテムの追加</vt:lpstr>
      <vt:lpstr>RTCアイテムの設定</vt:lpstr>
      <vt:lpstr>RTシステム構築</vt:lpstr>
      <vt:lpstr>RTシステム構築・シミュレーション開始</vt:lpstr>
      <vt:lpstr>コンフィギュレーションパラメータの操作</vt:lpstr>
      <vt:lpstr>myCobot実機の制御</vt:lpstr>
      <vt:lpstr>ポート番号の確認</vt:lpstr>
      <vt:lpstr>myCobotコンポーネントの起動</vt:lpstr>
      <vt:lpstr>ArmControllerコンポーネントの起動</vt:lpstr>
      <vt:lpstr>動作確認</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唐橋啓子</dc:creator>
  <cp:lastModifiedBy>宮本信彦</cp:lastModifiedBy>
  <cp:revision>563</cp:revision>
  <dcterms:created xsi:type="dcterms:W3CDTF">2025-01-12T23:01:39Z</dcterms:created>
  <dcterms:modified xsi:type="dcterms:W3CDTF">2026-05-21T06:37:41Z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dc55989-3c9e-4466-8514-eac6f80f6373_Enabled">
    <vt:lpwstr>true</vt:lpwstr>
  </property>
  <property fmtid="{D5CDD505-2E9C-101B-9397-08002B2CF9AE}" pid="3" name="MSIP_Label_ddc55989-3c9e-4466-8514-eac6f80f6373_SetDate">
    <vt:lpwstr>2025-02-25T04:15:25Z</vt:lpwstr>
  </property>
  <property fmtid="{D5CDD505-2E9C-101B-9397-08002B2CF9AE}" pid="4" name="MSIP_Label_ddc55989-3c9e-4466-8514-eac6f80f6373_Method">
    <vt:lpwstr>Privileged</vt:lpwstr>
  </property>
  <property fmtid="{D5CDD505-2E9C-101B-9397-08002B2CF9AE}" pid="5" name="MSIP_Label_ddc55989-3c9e-4466-8514-eac6f80f6373_Name">
    <vt:lpwstr>ddc55989-3c9e-4466-8514-eac6f80f6373</vt:lpwstr>
  </property>
  <property fmtid="{D5CDD505-2E9C-101B-9397-08002B2CF9AE}" pid="6" name="MSIP_Label_ddc55989-3c9e-4466-8514-eac6f80f6373_SiteId">
    <vt:lpwstr>18a7fec8-652f-409b-8369-272d9ce80620</vt:lpwstr>
  </property>
  <property fmtid="{D5CDD505-2E9C-101B-9397-08002B2CF9AE}" pid="7" name="MSIP_Label_ddc55989-3c9e-4466-8514-eac6f80f6373_ActionId">
    <vt:lpwstr>f78831f8-f010-4c4b-8515-fa91d8383d3e</vt:lpwstr>
  </property>
  <property fmtid="{D5CDD505-2E9C-101B-9397-08002B2CF9AE}" pid="8" name="MSIP_Label_ddc55989-3c9e-4466-8514-eac6f80f6373_ContentBits">
    <vt:lpwstr>0</vt:lpwstr>
  </property>
  <property fmtid="{D5CDD505-2E9C-101B-9397-08002B2CF9AE}" pid="9" name="MSIP_Label_ddc55989-3c9e-4466-8514-eac6f80f6373_Tag">
    <vt:lpwstr>50, 0, 1, 1</vt:lpwstr>
  </property>
  <property fmtid="{D5CDD505-2E9C-101B-9397-08002B2CF9AE}" pid="10" name="ContentTypeId">
    <vt:lpwstr>0x010100099D14EEE581BE40B6A561E19374A284</vt:lpwstr>
  </property>
</Properties>
</file>